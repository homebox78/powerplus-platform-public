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73" r:id="rId3"/>
    <p:sldMasterId id="2147483684" r:id="rId4"/>
  </p:sldMasterIdLst>
  <p:notesMasterIdLst>
    <p:notesMasterId r:id="rId9"/>
  </p:notesMasterIdLst>
  <p:sldIdLst>
    <p:sldId id="258" r:id="rId5"/>
    <p:sldId id="266" r:id="rId6"/>
    <p:sldId id="304" r:id="rId7"/>
    <p:sldId id="308" r:id="rId8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31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7FE8"/>
    <a:srgbClr val="3082DC"/>
    <a:srgbClr val="0F438F"/>
    <a:srgbClr val="1243A6"/>
    <a:srgbClr val="2256BD"/>
    <a:srgbClr val="070C51"/>
    <a:srgbClr val="3975ED"/>
    <a:srgbClr val="F5F7F9"/>
    <a:srgbClr val="0C1C96"/>
    <a:srgbClr val="557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03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524" y="216"/>
      </p:cViewPr>
      <p:guideLst>
        <p:guide orient="horz" pos="3120"/>
        <p:guide pos="2160"/>
        <p:guide pos="3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2988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시월구일2" panose="02020600000000000000" pitchFamily="18" charset="-127"/>
                <a:ea typeface="a시월구일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시월구일2" panose="02020600000000000000" pitchFamily="18" charset="-127"/>
                <a:ea typeface="a시월구일2" panose="02020600000000000000" pitchFamily="18" charset="-127"/>
              </a:defRPr>
            </a:lvl1pPr>
          </a:lstStyle>
          <a:p>
            <a:fld id="{BE9EF272-83D3-42BD-BA52-CD5DFAB910AE}" type="datetimeFigureOut">
              <a:rPr lang="ko-KR" altLang="en-US" smtClean="0"/>
              <a:pPr/>
              <a:t>2026-10-14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시월구일2" panose="02020600000000000000" pitchFamily="18" charset="-127"/>
                <a:ea typeface="a시월구일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시월구일2" panose="02020600000000000000" pitchFamily="18" charset="-127"/>
                <a:ea typeface="a시월구일2" panose="02020600000000000000" pitchFamily="18" charset="-127"/>
              </a:defRPr>
            </a:lvl1pPr>
          </a:lstStyle>
          <a:p>
            <a:fld id="{0B76851B-43A3-4989-B647-79A8EE405D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117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시월구일2" panose="02020600000000000000" pitchFamily="18" charset="-127"/>
        <a:ea typeface="a시월구일2" panose="02020600000000000000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시월구일2" panose="02020600000000000000" pitchFamily="18" charset="-127"/>
        <a:ea typeface="a시월구일2" panose="02020600000000000000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시월구일2" panose="02020600000000000000" pitchFamily="18" charset="-127"/>
        <a:ea typeface="a시월구일2" panose="02020600000000000000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시월구일2" panose="02020600000000000000" pitchFamily="18" charset="-127"/>
        <a:ea typeface="a시월구일2" panose="02020600000000000000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시월구일2" panose="02020600000000000000" pitchFamily="18" charset="-127"/>
        <a:ea typeface="a시월구일2" panose="02020600000000000000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Ⅰ 일반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ChangeArrowheads="1"/>
          </p:cNvSpPr>
          <p:nvPr userDrawn="1"/>
        </p:nvSpPr>
        <p:spPr>
          <a:xfrm>
            <a:off x="3196564" y="9620955"/>
            <a:ext cx="464872" cy="13849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none" lIns="0" tIns="0" rIns="0" bIns="0" anchor="ctr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t>Ⅰ - </a:t>
            </a:r>
            <a:fld id="{AC5C6EBF-C3F1-4B6F-8054-5AF84ACD1288}" type="slidenum"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pPr algn="ctr">
                <a:defRPr/>
              </a:pPr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8" name="Rectangle 95"/>
          <p:cNvSpPr>
            <a:spLocks noChangeArrowheads="1"/>
          </p:cNvSpPr>
          <p:nvPr userDrawn="1"/>
        </p:nvSpPr>
        <p:spPr bwMode="gray">
          <a:xfrm>
            <a:off x="324000" y="136800"/>
            <a:ext cx="309600" cy="237600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lIns="0" tIns="0" rIns="0" bIns="0" anchor="ctr">
            <a:spAutoFit/>
          </a:bodyPr>
          <a:lstStyle/>
          <a:p>
            <a:pPr algn="ctr" eaLnBrk="0" latinLnBrk="0" hangingPunct="0">
              <a:defRPr/>
            </a:pPr>
            <a:r>
              <a:rPr lang="en-US" altLang="ko-KR" sz="1200" b="0" cap="none" spc="-300" dirty="0">
                <a:ln w="0"/>
                <a:solidFill>
                  <a:schemeClr val="bg1"/>
                </a:solidFill>
                <a:effectLst/>
                <a:latin typeface="a시월구일3" panose="02020600000000000000" pitchFamily="18" charset="-127"/>
                <a:ea typeface="a시월구일3" panose="02020600000000000000" pitchFamily="18" charset="-127"/>
              </a:rPr>
              <a:t>Ⅰ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702000" y="136800"/>
            <a:ext cx="2987674" cy="237600"/>
          </a:xfrm>
          <a:prstGeom prst="rect">
            <a:avLst/>
          </a:prstGeom>
          <a:noFill/>
          <a:ln w="28575">
            <a:noFill/>
            <a:round/>
          </a:ln>
        </p:spPr>
        <p:txBody>
          <a:bodyPr wrap="square" anchor="ctr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i="0" u="none" dirty="0" err="1">
                <a:solidFill>
                  <a:srgbClr val="0B2A6F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일반현황</a:t>
            </a:r>
          </a:p>
        </p:txBody>
      </p:sp>
    </p:spTree>
    <p:extLst>
      <p:ext uri="{BB962C8B-B14F-4D97-AF65-F5344CB8AC3E}">
        <p14:creationId xmlns:p14="http://schemas.microsoft.com/office/powerpoint/2010/main" val="1760304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160" userDrawn="1">
          <p15:clr>
            <a:srgbClr val="FBAE40"/>
          </p15:clr>
        </p15:guide>
        <p15:guide id="3" pos="27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Ⅱ 전략 및 방법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ChangeArrowheads="1"/>
          </p:cNvSpPr>
          <p:nvPr userDrawn="1"/>
        </p:nvSpPr>
        <p:spPr>
          <a:xfrm>
            <a:off x="3154886" y="9620955"/>
            <a:ext cx="548228" cy="13849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none" lIns="0" tIns="0" rIns="0" bIns="0" anchor="ctr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t>Ⅱ - </a:t>
            </a:r>
            <a:fld id="{AC5C6EBF-C3F1-4B6F-8054-5AF84ACD1288}" type="slidenum"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pPr algn="ctr">
                <a:defRPr/>
              </a:pPr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702000" y="136800"/>
            <a:ext cx="2987674" cy="237600"/>
          </a:xfrm>
          <a:prstGeom prst="rect">
            <a:avLst/>
          </a:prstGeom>
          <a:noFill/>
          <a:ln w="28575">
            <a:noFill/>
            <a:round/>
          </a:ln>
        </p:spPr>
        <p:txBody>
          <a:bodyPr wrap="square" anchor="ctr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i="0" u="none" dirty="0">
                <a:solidFill>
                  <a:srgbClr val="0B2A6F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전략 및 방법론</a:t>
            </a:r>
          </a:p>
        </p:txBody>
      </p:sp>
      <p:sp>
        <p:nvSpPr>
          <p:cNvPr id="6" name="Rectangle 95"/>
          <p:cNvSpPr>
            <a:spLocks noChangeArrowheads="1"/>
          </p:cNvSpPr>
          <p:nvPr userDrawn="1"/>
        </p:nvSpPr>
        <p:spPr bwMode="gray">
          <a:xfrm>
            <a:off x="324000" y="136800"/>
            <a:ext cx="309600" cy="237600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lIns="0" tIns="0" rIns="0" bIns="0" anchor="ctr">
            <a:spAutoFit/>
          </a:bodyPr>
          <a:lstStyle/>
          <a:p>
            <a:pPr algn="ctr" eaLnBrk="0" latinLnBrk="0" hangingPunct="0">
              <a:defRPr/>
            </a:pPr>
            <a:r>
              <a:rPr lang="en-US" altLang="ko-KR" sz="1200" b="0" cap="none" spc="-300" dirty="0">
                <a:ln w="0"/>
                <a:solidFill>
                  <a:schemeClr val="bg1"/>
                </a:solidFill>
                <a:effectLst/>
                <a:latin typeface="a시월구일3" panose="02020600000000000000" pitchFamily="18" charset="-127"/>
                <a:ea typeface="a시월구일3" panose="02020600000000000000" pitchFamily="18" charset="-127"/>
              </a:rPr>
              <a:t>Ⅱ</a:t>
            </a:r>
          </a:p>
        </p:txBody>
      </p:sp>
    </p:spTree>
    <p:extLst>
      <p:ext uri="{BB962C8B-B14F-4D97-AF65-F5344CB8AC3E}">
        <p14:creationId xmlns:p14="http://schemas.microsoft.com/office/powerpoint/2010/main" val="1896785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pos="27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Ⅲ 수행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ChangeArrowheads="1"/>
          </p:cNvSpPr>
          <p:nvPr userDrawn="1"/>
        </p:nvSpPr>
        <p:spPr>
          <a:xfrm>
            <a:off x="3154886" y="9620955"/>
            <a:ext cx="548228" cy="13849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none" lIns="0" tIns="0" rIns="0" bIns="0" anchor="ctr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t>Ⅲ - </a:t>
            </a:r>
            <a:fld id="{AC5C6EBF-C3F1-4B6F-8054-5AF84ACD1288}" type="slidenum"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pPr algn="ctr">
                <a:defRPr/>
              </a:pPr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702000" y="136800"/>
            <a:ext cx="2987674" cy="237600"/>
          </a:xfrm>
          <a:prstGeom prst="rect">
            <a:avLst/>
          </a:prstGeom>
          <a:noFill/>
          <a:ln w="28575">
            <a:noFill/>
            <a:round/>
          </a:ln>
        </p:spPr>
        <p:txBody>
          <a:bodyPr wrap="square" anchor="ctr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i="0" u="none" dirty="0">
                <a:solidFill>
                  <a:srgbClr val="0B2A6F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수행계획</a:t>
            </a:r>
          </a:p>
        </p:txBody>
      </p:sp>
      <p:sp>
        <p:nvSpPr>
          <p:cNvPr id="8" name="Rectangle 95"/>
          <p:cNvSpPr>
            <a:spLocks noChangeArrowheads="1"/>
          </p:cNvSpPr>
          <p:nvPr userDrawn="1"/>
        </p:nvSpPr>
        <p:spPr bwMode="gray">
          <a:xfrm>
            <a:off x="324000" y="136800"/>
            <a:ext cx="309600" cy="237600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lIns="0" tIns="0" rIns="0" bIns="0" anchor="ctr">
            <a:spAutoFit/>
          </a:bodyPr>
          <a:lstStyle/>
          <a:p>
            <a:pPr algn="ctr" eaLnBrk="0" latinLnBrk="0" hangingPunct="0">
              <a:defRPr/>
            </a:pPr>
            <a:r>
              <a:rPr lang="en-US" altLang="ko-KR" sz="1200" b="0" cap="none" spc="-300" dirty="0">
                <a:ln w="0"/>
                <a:solidFill>
                  <a:schemeClr val="bg1"/>
                </a:solidFill>
                <a:effectLst/>
                <a:latin typeface="a시월구일3" panose="02020600000000000000" pitchFamily="18" charset="-127"/>
                <a:ea typeface="a시월구일3" panose="02020600000000000000" pitchFamily="18" charset="-127"/>
              </a:rPr>
              <a:t>Ⅲ</a:t>
            </a:r>
          </a:p>
        </p:txBody>
      </p:sp>
    </p:spTree>
    <p:extLst>
      <p:ext uri="{BB962C8B-B14F-4D97-AF65-F5344CB8AC3E}">
        <p14:creationId xmlns:p14="http://schemas.microsoft.com/office/powerpoint/2010/main" val="1654245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pos="27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Ⅳ 수행기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ChangeArrowheads="1"/>
          </p:cNvSpPr>
          <p:nvPr userDrawn="1"/>
        </p:nvSpPr>
        <p:spPr>
          <a:xfrm>
            <a:off x="3137254" y="9620955"/>
            <a:ext cx="583494" cy="13849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none" lIns="0" tIns="0" rIns="0" bIns="0" anchor="ctr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t>Ⅳ - </a:t>
            </a:r>
            <a:fld id="{AC5C6EBF-C3F1-4B6F-8054-5AF84ACD1288}" type="slidenum"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pPr algn="ctr">
                <a:defRPr/>
              </a:pPr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702000" y="136800"/>
            <a:ext cx="2987674" cy="237600"/>
          </a:xfrm>
          <a:prstGeom prst="rect">
            <a:avLst/>
          </a:prstGeom>
          <a:noFill/>
          <a:ln w="28575">
            <a:noFill/>
            <a:round/>
          </a:ln>
        </p:spPr>
        <p:txBody>
          <a:bodyPr wrap="square" anchor="ctr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i="0" u="none" dirty="0">
                <a:solidFill>
                  <a:srgbClr val="0B2A6F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수행기반</a:t>
            </a:r>
          </a:p>
        </p:txBody>
      </p:sp>
      <p:sp>
        <p:nvSpPr>
          <p:cNvPr id="8" name="Rectangle 95"/>
          <p:cNvSpPr>
            <a:spLocks noChangeArrowheads="1"/>
          </p:cNvSpPr>
          <p:nvPr userDrawn="1"/>
        </p:nvSpPr>
        <p:spPr bwMode="gray">
          <a:xfrm>
            <a:off x="324000" y="136800"/>
            <a:ext cx="309600" cy="237600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lIns="0" tIns="0" rIns="0" bIns="0" anchor="ctr">
            <a:spAutoFit/>
          </a:bodyPr>
          <a:lstStyle/>
          <a:p>
            <a:pPr algn="ctr" eaLnBrk="0" latinLnBrk="0" hangingPunct="0">
              <a:defRPr/>
            </a:pPr>
            <a:r>
              <a:rPr lang="en-US" altLang="ko-KR" sz="1200" b="0" cap="none" spc="-300" dirty="0">
                <a:ln w="0"/>
                <a:solidFill>
                  <a:schemeClr val="bg1"/>
                </a:solidFill>
                <a:effectLst/>
                <a:latin typeface="a시월구일3" panose="02020600000000000000" pitchFamily="18" charset="-127"/>
                <a:ea typeface="a시월구일3" panose="02020600000000000000" pitchFamily="18" charset="-127"/>
              </a:rPr>
              <a:t>Ⅳ</a:t>
            </a:r>
          </a:p>
        </p:txBody>
      </p:sp>
    </p:spTree>
    <p:extLst>
      <p:ext uri="{BB962C8B-B14F-4D97-AF65-F5344CB8AC3E}">
        <p14:creationId xmlns:p14="http://schemas.microsoft.com/office/powerpoint/2010/main" val="1949774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pos="27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Ⅴ 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ChangeArrowheads="1"/>
          </p:cNvSpPr>
          <p:nvPr userDrawn="1"/>
        </p:nvSpPr>
        <p:spPr>
          <a:xfrm>
            <a:off x="3154886" y="9620955"/>
            <a:ext cx="548228" cy="13849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none" lIns="0" tIns="0" rIns="0" bIns="0" anchor="ctr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t>Ⅴ - </a:t>
            </a:r>
            <a:fld id="{AC5C6EBF-C3F1-4B6F-8054-5AF84ACD1288}" type="slidenum"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pPr algn="ctr">
                <a:defRPr/>
              </a:pPr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702000" y="136800"/>
            <a:ext cx="2987675" cy="237600"/>
          </a:xfrm>
          <a:prstGeom prst="rect">
            <a:avLst/>
          </a:prstGeom>
          <a:noFill/>
          <a:ln w="28575">
            <a:noFill/>
            <a:round/>
          </a:ln>
        </p:spPr>
        <p:txBody>
          <a:bodyPr wrap="square" anchor="ctr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i="0" u="none" dirty="0">
                <a:solidFill>
                  <a:srgbClr val="0B2A6F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프로젝트 관리</a:t>
            </a:r>
          </a:p>
        </p:txBody>
      </p:sp>
      <p:sp>
        <p:nvSpPr>
          <p:cNvPr id="8" name="Rectangle 95"/>
          <p:cNvSpPr>
            <a:spLocks noChangeArrowheads="1"/>
          </p:cNvSpPr>
          <p:nvPr userDrawn="1"/>
        </p:nvSpPr>
        <p:spPr bwMode="gray">
          <a:xfrm>
            <a:off x="324000" y="136800"/>
            <a:ext cx="309600" cy="237600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lIns="0" tIns="0" rIns="0" bIns="0" anchor="ctr">
            <a:spAutoFit/>
          </a:bodyPr>
          <a:lstStyle/>
          <a:p>
            <a:pPr algn="ctr" eaLnBrk="0" latinLnBrk="0" hangingPunct="0">
              <a:defRPr/>
            </a:pPr>
            <a:r>
              <a:rPr lang="en-US" altLang="ko-KR" sz="1200" b="0" strike="noStrike" cap="none" spc="-300" dirty="0">
                <a:ln w="0"/>
                <a:solidFill>
                  <a:schemeClr val="bg1"/>
                </a:solidFill>
                <a:effectLst/>
                <a:latin typeface="a시월구일3" panose="02020600000000000000" pitchFamily="18" charset="-127"/>
                <a:ea typeface="a시월구일3" panose="02020600000000000000" pitchFamily="18" charset="-127"/>
              </a:rPr>
              <a:t>Ⅴ</a:t>
            </a:r>
          </a:p>
        </p:txBody>
      </p:sp>
    </p:spTree>
    <p:extLst>
      <p:ext uri="{BB962C8B-B14F-4D97-AF65-F5344CB8AC3E}">
        <p14:creationId xmlns:p14="http://schemas.microsoft.com/office/powerpoint/2010/main" val="1737198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pos="27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Ⅵ 프로젝트 지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 userDrawn="1"/>
        </p:nvSpPr>
        <p:spPr>
          <a:xfrm>
            <a:off x="3154886" y="9620955"/>
            <a:ext cx="548228" cy="13849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none" lIns="0" tIns="0" rIns="0" bIns="0" anchor="ctr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t>Ⅵ - </a:t>
            </a:r>
            <a:fld id="{AC5C6EBF-C3F1-4B6F-8054-5AF84ACD1288}" type="slidenum"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pPr algn="ctr">
                <a:defRPr/>
              </a:pPr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702000" y="136800"/>
            <a:ext cx="2987675" cy="237600"/>
          </a:xfrm>
          <a:prstGeom prst="rect">
            <a:avLst/>
          </a:prstGeom>
          <a:noFill/>
          <a:ln w="28575">
            <a:noFill/>
            <a:round/>
          </a:ln>
        </p:spPr>
        <p:txBody>
          <a:bodyPr wrap="square" anchor="ctr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i="0" u="none" dirty="0">
                <a:solidFill>
                  <a:srgbClr val="0B2A6F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프로젝트 지원</a:t>
            </a:r>
          </a:p>
        </p:txBody>
      </p:sp>
      <p:sp>
        <p:nvSpPr>
          <p:cNvPr id="8" name="Rectangle 95"/>
          <p:cNvSpPr>
            <a:spLocks noChangeArrowheads="1"/>
          </p:cNvSpPr>
          <p:nvPr userDrawn="1"/>
        </p:nvSpPr>
        <p:spPr bwMode="gray">
          <a:xfrm>
            <a:off x="324000" y="136800"/>
            <a:ext cx="309600" cy="237600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lIns="0" tIns="0" rIns="0" bIns="0" anchor="ctr">
            <a:spAutoFit/>
          </a:bodyPr>
          <a:lstStyle/>
          <a:p>
            <a:pPr algn="ctr" eaLnBrk="0" latinLnBrk="0" hangingPunct="0">
              <a:defRPr/>
            </a:pPr>
            <a:r>
              <a:rPr lang="en-US" altLang="ko-KR" sz="1200" b="0" cap="none" spc="-300" dirty="0">
                <a:ln w="0"/>
                <a:solidFill>
                  <a:schemeClr val="bg1"/>
                </a:solidFill>
                <a:effectLst/>
                <a:latin typeface="a시월구일3" panose="02020600000000000000" pitchFamily="18" charset="-127"/>
                <a:ea typeface="a시월구일3" panose="02020600000000000000" pitchFamily="18" charset="-127"/>
              </a:rPr>
              <a:t>Ⅵ</a:t>
            </a:r>
            <a:endParaRPr lang="en-US" altLang="ko-KR" sz="1400" b="0" cap="none" spc="-300" dirty="0">
              <a:ln w="0"/>
              <a:solidFill>
                <a:schemeClr val="bg1"/>
              </a:solidFill>
              <a:effectLst/>
              <a:latin typeface="a시월구일3" panose="02020600000000000000" pitchFamily="18" charset="-127"/>
              <a:ea typeface="a시월구일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2589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pos="27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Ⅶ 전문업체 참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 userDrawn="1"/>
        </p:nvSpPr>
        <p:spPr>
          <a:xfrm>
            <a:off x="3154886" y="9620955"/>
            <a:ext cx="548228" cy="13849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none" lIns="0" tIns="0" rIns="0" bIns="0" anchor="ctr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t>Ⅶ - </a:t>
            </a:r>
            <a:fld id="{AC5C6EBF-C3F1-4B6F-8054-5AF84ACD1288}" type="slidenum"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pPr algn="ctr">
                <a:defRPr/>
              </a:pPr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702000" y="136800"/>
            <a:ext cx="2987675" cy="237600"/>
          </a:xfrm>
          <a:prstGeom prst="rect">
            <a:avLst/>
          </a:prstGeom>
          <a:noFill/>
          <a:ln w="28575">
            <a:noFill/>
            <a:round/>
          </a:ln>
        </p:spPr>
        <p:txBody>
          <a:bodyPr wrap="square" anchor="ctr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i="0" u="none" dirty="0">
                <a:solidFill>
                  <a:srgbClr val="0B2A6F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전문업체 참여</a:t>
            </a:r>
          </a:p>
        </p:txBody>
      </p:sp>
      <p:sp>
        <p:nvSpPr>
          <p:cNvPr id="9" name="Rectangle 95"/>
          <p:cNvSpPr>
            <a:spLocks noChangeArrowheads="1"/>
          </p:cNvSpPr>
          <p:nvPr userDrawn="1"/>
        </p:nvSpPr>
        <p:spPr bwMode="gray">
          <a:xfrm>
            <a:off x="324000" y="136800"/>
            <a:ext cx="309600" cy="237600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lIns="0" tIns="0" rIns="0" bIns="0" anchor="ctr">
            <a:spAutoFit/>
          </a:bodyPr>
          <a:lstStyle/>
          <a:p>
            <a:pPr algn="ctr" eaLnBrk="0" latinLnBrk="0" hangingPunct="0">
              <a:defRPr/>
            </a:pPr>
            <a:r>
              <a:rPr lang="en-US" altLang="ko-KR" sz="1200" b="0" cap="none" spc="-300" dirty="0">
                <a:ln w="0"/>
                <a:solidFill>
                  <a:schemeClr val="bg1"/>
                </a:solidFill>
                <a:effectLst/>
                <a:latin typeface="a시월구일3" panose="02020600000000000000" pitchFamily="18" charset="-127"/>
                <a:ea typeface="a시월구일3" panose="02020600000000000000" pitchFamily="18" charset="-127"/>
              </a:rPr>
              <a:t>Ⅶ</a:t>
            </a:r>
          </a:p>
        </p:txBody>
      </p:sp>
    </p:spTree>
    <p:extLst>
      <p:ext uri="{BB962C8B-B14F-4D97-AF65-F5344CB8AC3E}">
        <p14:creationId xmlns:p14="http://schemas.microsoft.com/office/powerpoint/2010/main" val="2549815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pos="2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Ⅷ 기타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 userDrawn="1"/>
        </p:nvSpPr>
        <p:spPr>
          <a:xfrm>
            <a:off x="3154886" y="9624130"/>
            <a:ext cx="548228" cy="13849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none" lIns="0" tIns="0" rIns="0" bIns="0" anchor="ctr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t>Ⅷ - </a:t>
            </a:r>
            <a:fld id="{AC5C6EBF-C3F1-4B6F-8054-5AF84ACD1288}" type="slidenum"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pPr algn="ctr">
                <a:defRPr/>
              </a:pPr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702000" y="136800"/>
            <a:ext cx="2987675" cy="237600"/>
          </a:xfrm>
          <a:prstGeom prst="rect">
            <a:avLst/>
          </a:prstGeom>
          <a:noFill/>
          <a:ln w="28575">
            <a:noFill/>
            <a:round/>
          </a:ln>
        </p:spPr>
        <p:txBody>
          <a:bodyPr wrap="square" anchor="ctr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i="0" u="none" dirty="0" err="1">
                <a:solidFill>
                  <a:srgbClr val="0B2A6F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기타사항</a:t>
            </a:r>
          </a:p>
        </p:txBody>
      </p:sp>
      <p:sp>
        <p:nvSpPr>
          <p:cNvPr id="11" name="Rectangle 95"/>
          <p:cNvSpPr>
            <a:spLocks noChangeArrowheads="1"/>
          </p:cNvSpPr>
          <p:nvPr userDrawn="1"/>
        </p:nvSpPr>
        <p:spPr bwMode="gray">
          <a:xfrm>
            <a:off x="324000" y="136800"/>
            <a:ext cx="309600" cy="237600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lIns="0" tIns="0" rIns="0" bIns="0" anchor="ctr">
            <a:spAutoFit/>
          </a:bodyPr>
          <a:lstStyle/>
          <a:p>
            <a:pPr algn="ctr" eaLnBrk="0" latinLnBrk="0" hangingPunct="0">
              <a:defRPr/>
            </a:pPr>
            <a:r>
              <a:rPr lang="en-US" altLang="ko-KR" sz="1200" b="0" cap="none" spc="-300" dirty="0">
                <a:ln w="0"/>
                <a:solidFill>
                  <a:schemeClr val="bg1"/>
                </a:solidFill>
                <a:effectLst/>
                <a:latin typeface="a시월구일3" panose="02020600000000000000" pitchFamily="18" charset="-127"/>
                <a:ea typeface="a시월구일3" panose="02020600000000000000" pitchFamily="18" charset="-127"/>
              </a:rPr>
              <a:t>Ⅷ</a:t>
            </a:r>
          </a:p>
        </p:txBody>
      </p:sp>
    </p:spTree>
    <p:extLst>
      <p:ext uri="{BB962C8B-B14F-4D97-AF65-F5344CB8AC3E}">
        <p14:creationId xmlns:p14="http://schemas.microsoft.com/office/powerpoint/2010/main" val="2029461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pos="27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 userDrawn="1"/>
        </p:nvSpPr>
        <p:spPr>
          <a:xfrm>
            <a:off x="3154886" y="9620955"/>
            <a:ext cx="548228" cy="13849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none" lIns="0" tIns="0" rIns="0" bIns="0" anchor="ctr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t>※ - </a:t>
            </a:r>
            <a:fld id="{AC5C6EBF-C3F1-4B6F-8054-5AF84ACD1288}" type="slidenum"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</a:rPr>
              <a:pPr algn="ctr">
                <a:defRPr/>
              </a:pPr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702000" y="136800"/>
            <a:ext cx="2987675" cy="237600"/>
          </a:xfrm>
          <a:prstGeom prst="rect">
            <a:avLst/>
          </a:prstGeom>
          <a:noFill/>
          <a:ln w="28575">
            <a:noFill/>
            <a:round/>
          </a:ln>
        </p:spPr>
        <p:txBody>
          <a:bodyPr wrap="square" anchor="ctr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i="0" u="none" dirty="0">
                <a:solidFill>
                  <a:srgbClr val="0B2A6F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별첨</a:t>
            </a:r>
          </a:p>
        </p:txBody>
      </p:sp>
      <p:sp>
        <p:nvSpPr>
          <p:cNvPr id="5" name="Rectangle 95"/>
          <p:cNvSpPr>
            <a:spLocks noChangeArrowheads="1"/>
          </p:cNvSpPr>
          <p:nvPr userDrawn="1"/>
        </p:nvSpPr>
        <p:spPr bwMode="gray">
          <a:xfrm>
            <a:off x="324000" y="136800"/>
            <a:ext cx="309600" cy="237600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lIns="0" tIns="0" rIns="0" bIns="0" anchor="ctr">
            <a:spAutoFit/>
          </a:bodyPr>
          <a:lstStyle/>
          <a:p>
            <a:pPr algn="ctr" eaLnBrk="0" latinLnBrk="0" hangingPunct="0">
              <a:defRPr/>
            </a:pPr>
            <a:r>
              <a:rPr lang="en-US" altLang="ko-KR" sz="1200" b="0" cap="none" spc="-3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시월구일3" panose="02020600000000000000" pitchFamily="18" charset="-127"/>
                <a:ea typeface="a시월구일3" panose="02020600000000000000" pitchFamily="18" charset="-127"/>
              </a:rPr>
              <a:t>※</a:t>
            </a:r>
          </a:p>
        </p:txBody>
      </p:sp>
    </p:spTree>
    <p:extLst>
      <p:ext uri="{BB962C8B-B14F-4D97-AF65-F5344CB8AC3E}">
        <p14:creationId xmlns:p14="http://schemas.microsoft.com/office/powerpoint/2010/main" val="2995468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pos="27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39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014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Ⅱ 전략 및 방법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521383" y="1220197"/>
            <a:ext cx="4823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spc="-15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전략 및 방법론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1520788" y="596516"/>
            <a:ext cx="1269941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l"/>
            <a:r>
              <a:rPr lang="en-US" altLang="ko-KR" sz="1200" dirty="0">
                <a:solidFill>
                  <a:schemeClr val="bg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 Light" panose="02000403000000020004" pitchFamily="50" charset="-127"/>
              </a:rPr>
              <a:t>CHAPTER Ⅱ</a:t>
            </a:r>
          </a:p>
        </p:txBody>
      </p:sp>
    </p:spTree>
    <p:extLst>
      <p:ext uri="{BB962C8B-B14F-4D97-AF65-F5344CB8AC3E}">
        <p14:creationId xmlns:p14="http://schemas.microsoft.com/office/powerpoint/2010/main" val="1994619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Ⅰ 일반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521383" y="1220197"/>
            <a:ext cx="4823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spc="-15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일반현황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1520788" y="597600"/>
            <a:ext cx="1269941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l"/>
            <a:r>
              <a:rPr lang="en-US" altLang="ko-KR" sz="1200" dirty="0">
                <a:solidFill>
                  <a:schemeClr val="bg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 Light" panose="02000403000000020004" pitchFamily="50" charset="-127"/>
              </a:rPr>
              <a:t>CHAPTER Ⅰ</a:t>
            </a:r>
          </a:p>
        </p:txBody>
      </p:sp>
    </p:spTree>
    <p:extLst>
      <p:ext uri="{BB962C8B-B14F-4D97-AF65-F5344CB8AC3E}">
        <p14:creationId xmlns:p14="http://schemas.microsoft.com/office/powerpoint/2010/main" val="154500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Ⅱ 전략 및 방법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521383" y="1220197"/>
            <a:ext cx="4823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spc="-15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전략 및 방법론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1520788" y="596516"/>
            <a:ext cx="1269941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l"/>
            <a:r>
              <a:rPr lang="en-US" altLang="ko-KR" sz="1200" dirty="0">
                <a:solidFill>
                  <a:schemeClr val="bg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 Light" panose="02000403000000020004" pitchFamily="50" charset="-127"/>
              </a:rPr>
              <a:t>CHAPTER Ⅱ</a:t>
            </a:r>
          </a:p>
        </p:txBody>
      </p:sp>
    </p:spTree>
    <p:extLst>
      <p:ext uri="{BB962C8B-B14F-4D97-AF65-F5344CB8AC3E}">
        <p14:creationId xmlns:p14="http://schemas.microsoft.com/office/powerpoint/2010/main" val="3270702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Ⅲ 수행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1520788" y="596516"/>
            <a:ext cx="1269941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l"/>
            <a:r>
              <a:rPr lang="en-US" altLang="ko-KR" sz="1200" dirty="0">
                <a:solidFill>
                  <a:schemeClr val="bg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 Light" panose="02000403000000020004" pitchFamily="50" charset="-127"/>
              </a:rPr>
              <a:t>CHAPTER Ⅲ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521383" y="1220197"/>
            <a:ext cx="4823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spc="-15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수행계획</a:t>
            </a:r>
          </a:p>
        </p:txBody>
      </p:sp>
    </p:spTree>
    <p:extLst>
      <p:ext uri="{BB962C8B-B14F-4D97-AF65-F5344CB8AC3E}">
        <p14:creationId xmlns:p14="http://schemas.microsoft.com/office/powerpoint/2010/main" val="418488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Ⅳ 수행기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1520788" y="596516"/>
            <a:ext cx="1269941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l"/>
            <a:r>
              <a:rPr lang="en-US" altLang="ko-KR" sz="1200" dirty="0">
                <a:solidFill>
                  <a:schemeClr val="bg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 Light" panose="02000403000000020004" pitchFamily="50" charset="-127"/>
              </a:rPr>
              <a:t>CHAPTER Ⅳ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521383" y="1220197"/>
            <a:ext cx="4823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spc="-15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수행기반</a:t>
            </a:r>
          </a:p>
        </p:txBody>
      </p:sp>
    </p:spTree>
    <p:extLst>
      <p:ext uri="{BB962C8B-B14F-4D97-AF65-F5344CB8AC3E}">
        <p14:creationId xmlns:p14="http://schemas.microsoft.com/office/powerpoint/2010/main" val="3679954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Ⅴ 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1520788" y="596516"/>
            <a:ext cx="1269941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l"/>
            <a:r>
              <a:rPr lang="en-US" altLang="ko-KR" sz="1200" dirty="0">
                <a:solidFill>
                  <a:schemeClr val="bg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 Light" panose="02000403000000020004" pitchFamily="50" charset="-127"/>
              </a:rPr>
              <a:t>CHAPTER Ⅴ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521383" y="1220197"/>
            <a:ext cx="4823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spc="-15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관리</a:t>
            </a:r>
          </a:p>
        </p:txBody>
      </p:sp>
    </p:spTree>
    <p:extLst>
      <p:ext uri="{BB962C8B-B14F-4D97-AF65-F5344CB8AC3E}">
        <p14:creationId xmlns:p14="http://schemas.microsoft.com/office/powerpoint/2010/main" val="37623143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Ⅵ 프로젝트 지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1520788" y="596516"/>
            <a:ext cx="1269941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l"/>
            <a:r>
              <a:rPr lang="en-US" altLang="ko-KR" sz="1200" dirty="0">
                <a:solidFill>
                  <a:schemeClr val="bg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 Light" panose="02000403000000020004" pitchFamily="50" charset="-127"/>
              </a:rPr>
              <a:t>CHAPTER Ⅵ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521383" y="1220197"/>
            <a:ext cx="4823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spc="-15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지원</a:t>
            </a:r>
          </a:p>
        </p:txBody>
      </p:sp>
    </p:spTree>
    <p:extLst>
      <p:ext uri="{BB962C8B-B14F-4D97-AF65-F5344CB8AC3E}">
        <p14:creationId xmlns:p14="http://schemas.microsoft.com/office/powerpoint/2010/main" val="14132009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Ⅶ 전문업체 참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1510987" y="596516"/>
            <a:ext cx="1269941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l"/>
            <a:r>
              <a:rPr lang="en-US" altLang="ko-KR" sz="1200" dirty="0">
                <a:solidFill>
                  <a:schemeClr val="bg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 Light" panose="02000403000000020004" pitchFamily="50" charset="-127"/>
              </a:rPr>
              <a:t>CHAPTER Ⅶ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521383" y="1216132"/>
            <a:ext cx="4823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전문업체 참여</a:t>
            </a:r>
            <a:endParaRPr lang="ko-KR" altLang="en-US" sz="2200" dirty="0">
              <a:effectLst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98046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Ⅷ 기타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1510987" y="596516"/>
            <a:ext cx="1269941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l"/>
            <a:r>
              <a:rPr lang="en-US" altLang="ko-KR" sz="1200" dirty="0">
                <a:solidFill>
                  <a:schemeClr val="bg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 Light" panose="02000403000000020004" pitchFamily="50" charset="-127"/>
              </a:rPr>
              <a:t>CHAPTER Ⅷ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521383" y="1216132"/>
            <a:ext cx="4823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기타사항</a:t>
            </a:r>
            <a:endParaRPr lang="ko-KR" altLang="en-US" sz="2200" dirty="0">
              <a:effectLst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16543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521383" y="1220197"/>
            <a:ext cx="4823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spc="-15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별첨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1583528" y="632520"/>
            <a:ext cx="1269941" cy="3385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 Light" panose="02000403000000020004" pitchFamily="50" charset="-127"/>
              </a:rPr>
              <a:t>※</a:t>
            </a:r>
          </a:p>
        </p:txBody>
      </p:sp>
    </p:spTree>
    <p:extLst>
      <p:ext uri="{BB962C8B-B14F-4D97-AF65-F5344CB8AC3E}">
        <p14:creationId xmlns:p14="http://schemas.microsoft.com/office/powerpoint/2010/main" val="2088614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Ⅰ 일반현황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40768" y="2498660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800" dirty="0">
                <a:solidFill>
                  <a:srgbClr val="00206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일반현황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2276872" y="1353600"/>
            <a:ext cx="2304256" cy="292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1300" spc="50" baseline="0" dirty="0">
                <a:solidFill>
                  <a:srgbClr val="B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 panose="02000403000000020004" pitchFamily="50" charset="-127"/>
              </a:rPr>
              <a:t>CHAPTER Ⅰ</a:t>
            </a:r>
          </a:p>
        </p:txBody>
      </p:sp>
    </p:spTree>
    <p:extLst>
      <p:ext uri="{BB962C8B-B14F-4D97-AF65-F5344CB8AC3E}">
        <p14:creationId xmlns:p14="http://schemas.microsoft.com/office/powerpoint/2010/main" val="4155478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Ⅱ 전략 및 방법론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40768" y="2504728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800" dirty="0">
                <a:solidFill>
                  <a:srgbClr val="00206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전략 및 방법론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2276872" y="1352600"/>
            <a:ext cx="2304256" cy="292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1300" spc="50" baseline="0" dirty="0">
                <a:solidFill>
                  <a:srgbClr val="B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 panose="02000403000000020004" pitchFamily="50" charset="-127"/>
              </a:rPr>
              <a:t>CHAPTER Ⅱ</a:t>
            </a:r>
          </a:p>
        </p:txBody>
      </p:sp>
    </p:spTree>
    <p:extLst>
      <p:ext uri="{BB962C8B-B14F-4D97-AF65-F5344CB8AC3E}">
        <p14:creationId xmlns:p14="http://schemas.microsoft.com/office/powerpoint/2010/main" val="2714027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Ⅲ 수행계획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40768" y="2504728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800" dirty="0">
                <a:solidFill>
                  <a:srgbClr val="00206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수행계획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2276873" y="1352600"/>
            <a:ext cx="2304256" cy="292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1300" spc="50" baseline="0" dirty="0">
                <a:solidFill>
                  <a:srgbClr val="B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 panose="02000403000000020004" pitchFamily="50" charset="-127"/>
              </a:rPr>
              <a:t>CHAPTER Ⅲ</a:t>
            </a:r>
          </a:p>
        </p:txBody>
      </p:sp>
    </p:spTree>
    <p:extLst>
      <p:ext uri="{BB962C8B-B14F-4D97-AF65-F5344CB8AC3E}">
        <p14:creationId xmlns:p14="http://schemas.microsoft.com/office/powerpoint/2010/main" val="38297066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Ⅳ 수행기반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40768" y="2504728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800" dirty="0">
                <a:solidFill>
                  <a:srgbClr val="00206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수행기반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2276873" y="1352600"/>
            <a:ext cx="2304256" cy="292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1300" spc="50" baseline="0" dirty="0">
                <a:solidFill>
                  <a:srgbClr val="B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 panose="02000403000000020004" pitchFamily="50" charset="-127"/>
              </a:rPr>
              <a:t>CHAPTER Ⅳ</a:t>
            </a:r>
          </a:p>
        </p:txBody>
      </p:sp>
    </p:spTree>
    <p:extLst>
      <p:ext uri="{BB962C8B-B14F-4D97-AF65-F5344CB8AC3E}">
        <p14:creationId xmlns:p14="http://schemas.microsoft.com/office/powerpoint/2010/main" val="31245587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Ⅴ 프로젝트 관리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40768" y="2504728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800" dirty="0">
                <a:solidFill>
                  <a:srgbClr val="00206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관리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2276872" y="1352600"/>
            <a:ext cx="2304256" cy="292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1300" spc="50" baseline="0" dirty="0">
                <a:solidFill>
                  <a:srgbClr val="B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 panose="02000403000000020004" pitchFamily="50" charset="-127"/>
              </a:rPr>
              <a:t>CHAPTER Ⅴ</a:t>
            </a:r>
          </a:p>
        </p:txBody>
      </p:sp>
    </p:spTree>
    <p:extLst>
      <p:ext uri="{BB962C8B-B14F-4D97-AF65-F5344CB8AC3E}">
        <p14:creationId xmlns:p14="http://schemas.microsoft.com/office/powerpoint/2010/main" val="1172723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Ⅵ 프로젝트 지원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40768" y="2504728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800" dirty="0">
                <a:solidFill>
                  <a:srgbClr val="00206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지원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2276873" y="1352600"/>
            <a:ext cx="2304256" cy="292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1300" spc="50" baseline="0" dirty="0">
                <a:solidFill>
                  <a:srgbClr val="B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 panose="02000403000000020004" pitchFamily="50" charset="-127"/>
              </a:rPr>
              <a:t>CHAPTER Ⅵ</a:t>
            </a:r>
          </a:p>
        </p:txBody>
      </p:sp>
    </p:spTree>
    <p:extLst>
      <p:ext uri="{BB962C8B-B14F-4D97-AF65-F5344CB8AC3E}">
        <p14:creationId xmlns:p14="http://schemas.microsoft.com/office/powerpoint/2010/main" val="12859023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Ⅶ 전문업체 참여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764704" y="250472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800" dirty="0">
                <a:solidFill>
                  <a:srgbClr val="00206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전문업체 참여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2276873" y="1352600"/>
            <a:ext cx="2304256" cy="292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1300" spc="50" baseline="0" dirty="0">
                <a:solidFill>
                  <a:srgbClr val="B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 panose="02000403000000020004" pitchFamily="50" charset="-127"/>
              </a:rPr>
              <a:t>CHAPTER Ⅶ</a:t>
            </a:r>
          </a:p>
        </p:txBody>
      </p:sp>
    </p:spTree>
    <p:extLst>
      <p:ext uri="{BB962C8B-B14F-4D97-AF65-F5344CB8AC3E}">
        <p14:creationId xmlns:p14="http://schemas.microsoft.com/office/powerpoint/2010/main" val="15790221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Ⅷ 기타사항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764704" y="250472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800" dirty="0">
                <a:solidFill>
                  <a:srgbClr val="00206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기타사항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2276873" y="1352600"/>
            <a:ext cx="2304256" cy="292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1300" spc="50" baseline="0" dirty="0">
                <a:solidFill>
                  <a:srgbClr val="B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 panose="02000403000000020004" pitchFamily="50" charset="-127"/>
              </a:rPr>
              <a:t>CHAPTER Ⅷ</a:t>
            </a:r>
          </a:p>
        </p:txBody>
      </p:sp>
    </p:spTree>
    <p:extLst>
      <p:ext uri="{BB962C8B-B14F-4D97-AF65-F5344CB8AC3E}">
        <p14:creationId xmlns:p14="http://schemas.microsoft.com/office/powerpoint/2010/main" val="30535266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40768" y="2504728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800" dirty="0">
                <a:solidFill>
                  <a:srgbClr val="002060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별첨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5309-49AF-402A-8AAE-9B7FF59CCC0B}"/>
              </a:ext>
            </a:extLst>
          </p:cNvPr>
          <p:cNvSpPr txBox="1"/>
          <p:nvPr userDrawn="1"/>
        </p:nvSpPr>
        <p:spPr>
          <a:xfrm>
            <a:off x="2276873" y="1352600"/>
            <a:ext cx="2304256" cy="292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1300" spc="50" baseline="0" dirty="0">
                <a:solidFill>
                  <a:srgbClr val="B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 panose="02000403000000020004" pitchFamily="50" charset="-127"/>
              </a:rPr>
              <a:t>※</a:t>
            </a:r>
          </a:p>
        </p:txBody>
      </p:sp>
    </p:spTree>
    <p:extLst>
      <p:ext uri="{BB962C8B-B14F-4D97-AF65-F5344CB8AC3E}">
        <p14:creationId xmlns:p14="http://schemas.microsoft.com/office/powerpoint/2010/main" val="12551392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theme" Target="../theme/theme3.xml"/><Relationship Id="rId11" Type="http://schemas.openxmlformats.org/officeDocument/2006/relationships/image" Target="../media/image2.jp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theme" Target="../theme/theme4.xml"/><Relationship Id="rId11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15CCE206-F0F1-41D5-A3BE-A87A6E9BE905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360" y="9602213"/>
            <a:ext cx="1641750" cy="170827"/>
          </a:xfrm>
          <a:prstGeom prst="rect">
            <a:avLst/>
          </a:prstGeom>
        </p:spPr>
      </p:pic>
      <p:sp>
        <p:nvSpPr>
          <p:cNvPr id="61" name="Rectangle 2"/>
          <p:cNvSpPr>
            <a:spLocks noChangeArrowheads="1"/>
          </p:cNvSpPr>
          <p:nvPr userDrawn="1"/>
        </p:nvSpPr>
        <p:spPr>
          <a:xfrm>
            <a:off x="3240000" y="180000"/>
            <a:ext cx="3294000" cy="123111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lIns="0" tIns="0" rIns="0" bIns="0" anchor="ctr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r>
              <a:rPr lang="ko-KR" altLang="en-US" sz="800" dirty="0">
                <a:solidFill>
                  <a:srgbClr val="8C8C8C"/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○○기관 차세대 정보시스템 구축 사업</a:t>
            </a:r>
            <a:endParaRPr lang="ko-KR" altLang="en-US" sz="800" dirty="0">
              <a:solidFill>
                <a:schemeClr val="accent1">
                  <a:lumMod val="20000"/>
                  <a:lumOff val="80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sp>
        <p:nvSpPr>
          <p:cNvPr id="62" name="머리 밑줄"/>
          <p:cNvSpPr/>
          <p:nvPr userDrawn="1"/>
        </p:nvSpPr>
        <p:spPr>
          <a:xfrm>
            <a:off x="324000" y="450000"/>
            <a:ext cx="6210000" cy="7200"/>
          </a:xfrm>
          <a:prstGeom prst="rect">
            <a:avLst/>
          </a:prstGeom>
          <a:solidFill>
            <a:srgbClr val="D5DE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3" name="장 번호 배지"/>
          <p:cNvSpPr/>
          <p:nvPr userDrawn="1"/>
        </p:nvSpPr>
        <p:spPr>
          <a:xfrm>
            <a:off x="324000" y="136800"/>
            <a:ext cx="309600" cy="237600"/>
          </a:xfrm>
          <a:prstGeom prst="roundRect">
            <a:avLst>
              <a:gd name="adj" fmla="val 18000"/>
            </a:avLst>
          </a:prstGeom>
          <a:solidFill>
            <a:srgbClr val="0B2A6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27158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2" r:id="rId10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3861" userDrawn="1">
          <p15:clr>
            <a:srgbClr val="F26B43"/>
          </p15:clr>
        </p15:guide>
        <p15:guide id="3" pos="459" userDrawn="1">
          <p15:clr>
            <a:srgbClr val="F26B43"/>
          </p15:clr>
        </p15:guide>
        <p15:guide id="4" pos="2160" userDrawn="1">
          <p15:clr>
            <a:srgbClr val="F26B43"/>
          </p15:clr>
        </p15:guide>
        <p15:guide id="5" pos="4088" userDrawn="1">
          <p15:clr>
            <a:srgbClr val="F26B43"/>
          </p15:clr>
        </p15:guide>
        <p15:guide id="6" pos="232" userDrawn="1">
          <p15:clr>
            <a:srgbClr val="F26B43"/>
          </p15:clr>
        </p15:guide>
        <p15:guide id="7" orient="horz" pos="5842" userDrawn="1">
          <p15:clr>
            <a:srgbClr val="F26B43"/>
          </p15:clr>
        </p15:guide>
        <p15:guide id="8" orient="horz" pos="444" userDrawn="1">
          <p15:clr>
            <a:srgbClr val="F26B43"/>
          </p15:clr>
        </p15:guide>
        <p15:guide id="9" orient="horz" pos="557" userDrawn="1">
          <p15:clr>
            <a:srgbClr val="F26B43"/>
          </p15:clr>
        </p15:guide>
        <p15:guide id="10" orient="horz" pos="648" userDrawn="1">
          <p15:clr>
            <a:srgbClr val="F26B43"/>
          </p15:clr>
        </p15:guide>
        <p15:guide id="11" orient="horz" pos="807" userDrawn="1">
          <p15:clr>
            <a:srgbClr val="F26B43"/>
          </p15:clr>
        </p15:guide>
        <p15:guide id="12" orient="horz" pos="920" userDrawn="1">
          <p15:clr>
            <a:srgbClr val="F26B43"/>
          </p15:clr>
        </p15:guide>
        <p15:guide id="13" orient="horz" pos="1306" userDrawn="1">
          <p15:clr>
            <a:srgbClr val="F26B43"/>
          </p15:clr>
        </p15:guide>
        <p15:guide id="14" orient="horz" pos="1442" userDrawn="1">
          <p15:clr>
            <a:srgbClr val="F26B43"/>
          </p15:clr>
        </p15:guide>
        <p15:guide id="15" orient="horz" pos="1600" userDrawn="1">
          <p15:clr>
            <a:srgbClr val="F26B43"/>
          </p15:clr>
        </p15:guide>
        <p15:guide id="16" orient="horz" pos="1714" userDrawn="1">
          <p15:clr>
            <a:srgbClr val="F26B43"/>
          </p15:clr>
        </p15:guide>
        <p15:guide id="17" orient="horz" pos="1827" userDrawn="1">
          <p15:clr>
            <a:srgbClr val="F26B43"/>
          </p15:clr>
        </p15:guide>
        <p15:guide id="18" orient="horz" pos="6182" userDrawn="1">
          <p15:clr>
            <a:srgbClr val="F26B43"/>
          </p15:clr>
        </p15:guide>
        <p15:guide id="19" orient="horz" pos="6023" userDrawn="1">
          <p15:clr>
            <a:srgbClr val="F26B43"/>
          </p15:clr>
        </p15:guide>
        <p15:guide id="20" pos="5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86C134B-CF09-4B86-8FB4-DF4D03A6D762}"/>
              </a:ext>
            </a:extLst>
          </p:cNvPr>
          <p:cNvSpPr/>
          <p:nvPr/>
        </p:nvSpPr>
        <p:spPr>
          <a:xfrm>
            <a:off x="0" y="-2"/>
            <a:ext cx="93667" cy="9906001"/>
          </a:xfrm>
          <a:prstGeom prst="rect">
            <a:avLst/>
          </a:prstGeom>
          <a:solidFill>
            <a:srgbClr val="437CD9"/>
          </a:solidFill>
          <a:ln w="29936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 rot="5400000">
            <a:off x="317497" y="1117603"/>
            <a:ext cx="6324602" cy="6756397"/>
          </a:xfrm>
          <a:prstGeom prst="rect">
            <a:avLst/>
          </a:prstGeom>
          <a:gradFill>
            <a:gsLst>
              <a:gs pos="10000">
                <a:schemeClr val="bg1"/>
              </a:gs>
              <a:gs pos="100000">
                <a:srgbClr val="F0F0FC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0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3" r:id="rId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592263" y="9309484"/>
            <a:ext cx="4825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0" eaLnBrk="1" latinLnBrk="1" hangingPunct="1"/>
            <a:r>
              <a:rPr lang="en-US" altLang="ko-KR" sz="1200" kern="1200" spc="-20" baseline="0" dirty="0">
                <a:solidFill>
                  <a:schemeClr val="bg1">
                    <a:lumMod val="50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 Light" panose="02000403000000020004" pitchFamily="50" charset="-127"/>
              </a:rPr>
              <a:t>○○기관 차세대 정보시스템 구축 사업</a:t>
            </a:r>
            <a:endParaRPr lang="ko-KR" altLang="en-US" sz="1200" kern="1200" spc="-20" baseline="0" dirty="0">
              <a:solidFill>
                <a:schemeClr val="bg1">
                  <a:lumMod val="50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 Light" panose="02000403000000020004" pitchFamily="50" charset="-127"/>
            </a:endParaRPr>
          </a:p>
        </p:txBody>
      </p:sp>
      <p:sp>
        <p:nvSpPr>
          <p:cNvPr id="35" name="자유형 34"/>
          <p:cNvSpPr/>
          <p:nvPr/>
        </p:nvSpPr>
        <p:spPr>
          <a:xfrm rot="5400000">
            <a:off x="299390" y="-83845"/>
            <a:ext cx="328216" cy="463878"/>
          </a:xfrm>
          <a:custGeom>
            <a:avLst/>
            <a:gdLst>
              <a:gd name="connsiteX0" fmla="*/ 0 w 571453"/>
              <a:gd name="connsiteY0" fmla="*/ 807652 h 807652"/>
              <a:gd name="connsiteX1" fmla="*/ 0 w 571453"/>
              <a:gd name="connsiteY1" fmla="*/ 0 h 807652"/>
              <a:gd name="connsiteX2" fmla="*/ 306487 w 571453"/>
              <a:gd name="connsiteY2" fmla="*/ 0 h 807652"/>
              <a:gd name="connsiteX3" fmla="*/ 571453 w 571453"/>
              <a:gd name="connsiteY3" fmla="*/ 403826 h 807652"/>
              <a:gd name="connsiteX4" fmla="*/ 306487 w 571453"/>
              <a:gd name="connsiteY4" fmla="*/ 807652 h 807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3" h="807652">
                <a:moveTo>
                  <a:pt x="0" y="807652"/>
                </a:moveTo>
                <a:lnTo>
                  <a:pt x="0" y="0"/>
                </a:lnTo>
                <a:lnTo>
                  <a:pt x="306487" y="0"/>
                </a:lnTo>
                <a:lnTo>
                  <a:pt x="571453" y="403826"/>
                </a:lnTo>
                <a:lnTo>
                  <a:pt x="306487" y="807652"/>
                </a:lnTo>
                <a:close/>
              </a:path>
            </a:pathLst>
          </a:custGeom>
          <a:noFill/>
          <a:ln w="12700">
            <a:solidFill>
              <a:schemeClr val="bg1">
                <a:alpha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86C134B-CF09-4B86-8FB4-DF4D03A6D762}"/>
              </a:ext>
            </a:extLst>
          </p:cNvPr>
          <p:cNvSpPr/>
          <p:nvPr/>
        </p:nvSpPr>
        <p:spPr>
          <a:xfrm>
            <a:off x="0" y="-2"/>
            <a:ext cx="93667" cy="9906001"/>
          </a:xfrm>
          <a:prstGeom prst="rect">
            <a:avLst/>
          </a:prstGeom>
          <a:solidFill>
            <a:srgbClr val="437CD9"/>
          </a:solidFill>
          <a:ln w="29936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1" y="521112"/>
            <a:ext cx="2879490" cy="515217"/>
            <a:chOff x="1" y="521112"/>
            <a:chExt cx="2879490" cy="515217"/>
          </a:xfrm>
        </p:grpSpPr>
        <p:grpSp>
          <p:nvGrpSpPr>
            <p:cNvPr id="39" name="그룹 38"/>
            <p:cNvGrpSpPr/>
            <p:nvPr userDrawn="1"/>
          </p:nvGrpSpPr>
          <p:grpSpPr>
            <a:xfrm>
              <a:off x="1" y="521112"/>
              <a:ext cx="2879490" cy="515217"/>
              <a:chOff x="1" y="521112"/>
              <a:chExt cx="2879490" cy="515217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F30F8E1A-1A97-490B-8791-40CF07B0D147}"/>
                  </a:ext>
                </a:extLst>
              </p:cNvPr>
              <p:cNvSpPr/>
              <p:nvPr/>
            </p:nvSpPr>
            <p:spPr>
              <a:xfrm>
                <a:off x="2350316" y="704528"/>
                <a:ext cx="529175" cy="331801"/>
              </a:xfrm>
              <a:prstGeom prst="rect">
                <a:avLst/>
              </a:prstGeom>
              <a:gradFill flip="none" rotWithShape="1">
                <a:gsLst>
                  <a:gs pos="61000">
                    <a:srgbClr val="223A90"/>
                  </a:gs>
                  <a:gs pos="100000">
                    <a:srgbClr val="6B89CD"/>
                  </a:gs>
                  <a:gs pos="0">
                    <a:srgbClr val="203890"/>
                  </a:gs>
                </a:gsLst>
                <a:lin ang="2700000" scaled="1"/>
                <a:tileRect/>
              </a:gradFill>
              <a:ln w="444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ko-KR" altLang="en-US" dirty="0">
                  <a:solidFill>
                    <a:schemeClr val="tx1"/>
                  </a:solidFill>
                  <a:latin typeface="a시월구일2" panose="02020600000000000000" pitchFamily="18" charset="-127"/>
                  <a:ea typeface="a시월구일2" panose="02020600000000000000" pitchFamily="18" charset="-127"/>
                </a:endParaRPr>
              </a:p>
            </p:txBody>
          </p:sp>
          <p:sp>
            <p:nvSpPr>
              <p:cNvPr id="28" name="자유형: 도형 60">
                <a:extLst>
                  <a:ext uri="{FF2B5EF4-FFF2-40B4-BE49-F238E27FC236}">
                    <a16:creationId xmlns:a16="http://schemas.microsoft.com/office/drawing/2014/main" id="{5E04E208-A90C-44A7-B59D-6B016E8EF7DF}"/>
                  </a:ext>
                </a:extLst>
              </p:cNvPr>
              <p:cNvSpPr/>
              <p:nvPr/>
            </p:nvSpPr>
            <p:spPr>
              <a:xfrm>
                <a:off x="2350698" y="957372"/>
                <a:ext cx="435126" cy="71589"/>
              </a:xfrm>
              <a:custGeom>
                <a:avLst/>
                <a:gdLst>
                  <a:gd name="connsiteX0" fmla="*/ 0 w 491869"/>
                  <a:gd name="connsiteY0" fmla="*/ 170337 h 170336"/>
                  <a:gd name="connsiteX1" fmla="*/ 491870 w 491869"/>
                  <a:gd name="connsiteY1" fmla="*/ 17508 h 170336"/>
                  <a:gd name="connsiteX2" fmla="*/ 0 w 491869"/>
                  <a:gd name="connsiteY2" fmla="*/ 0 h 170336"/>
                  <a:gd name="connsiteX3" fmla="*/ 0 w 491869"/>
                  <a:gd name="connsiteY3" fmla="*/ 170337 h 17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1869" h="170336">
                    <a:moveTo>
                      <a:pt x="0" y="170337"/>
                    </a:moveTo>
                    <a:lnTo>
                      <a:pt x="491870" y="17508"/>
                    </a:lnTo>
                    <a:lnTo>
                      <a:pt x="0" y="0"/>
                    </a:lnTo>
                    <a:lnTo>
                      <a:pt x="0" y="170337"/>
                    </a:lnTo>
                    <a:close/>
                  </a:path>
                </a:pathLst>
              </a:custGeom>
              <a:gradFill flip="none" rotWithShape="1">
                <a:gsLst>
                  <a:gs pos="61000">
                    <a:srgbClr val="223A90"/>
                  </a:gs>
                  <a:gs pos="100000">
                    <a:srgbClr val="6B89CD"/>
                  </a:gs>
                  <a:gs pos="0">
                    <a:srgbClr val="203890"/>
                  </a:gs>
                </a:gsLst>
                <a:lin ang="2700000" scaled="1"/>
                <a:tileRect/>
              </a:gradFill>
              <a:ln w="444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ko-KR" altLang="en-US" dirty="0">
                  <a:latin typeface="a시월구일2" panose="02020600000000000000" pitchFamily="18" charset="-127"/>
                  <a:ea typeface="a시월구일2" panose="02020600000000000000" pitchFamily="18" charset="-127"/>
                </a:endParaRPr>
              </a:p>
            </p:txBody>
          </p:sp>
          <p:sp>
            <p:nvSpPr>
              <p:cNvPr id="29" name="사각형: 위쪽 모서리의 한쪽은 둥글고 다른 한쪽은 잘림 63">
                <a:extLst>
                  <a:ext uri="{FF2B5EF4-FFF2-40B4-BE49-F238E27FC236}">
                    <a16:creationId xmlns:a16="http://schemas.microsoft.com/office/drawing/2014/main" id="{A680FEC9-72B3-400B-870D-AF67924CC995}"/>
                  </a:ext>
                </a:extLst>
              </p:cNvPr>
              <p:cNvSpPr/>
              <p:nvPr/>
            </p:nvSpPr>
            <p:spPr>
              <a:xfrm>
                <a:off x="1" y="521112"/>
                <a:ext cx="2785824" cy="443792"/>
              </a:xfrm>
              <a:prstGeom prst="snipRoundRect">
                <a:avLst>
                  <a:gd name="adj1" fmla="val 0"/>
                  <a:gd name="adj2" fmla="val 16667"/>
                </a:avLst>
              </a:prstGeom>
              <a:gradFill flip="none" rotWithShape="1">
                <a:gsLst>
                  <a:gs pos="61000">
                    <a:srgbClr val="223A90"/>
                  </a:gs>
                  <a:gs pos="100000">
                    <a:srgbClr val="6B89CD"/>
                  </a:gs>
                  <a:gs pos="0">
                    <a:srgbClr val="203890"/>
                  </a:gs>
                </a:gsLst>
                <a:lin ang="2700000" scaled="1"/>
                <a:tileRect/>
              </a:gradFill>
              <a:ln w="444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ko-KR" altLang="en-US" dirty="0">
                  <a:latin typeface="a시월구일2" panose="02020600000000000000" pitchFamily="18" charset="-127"/>
                  <a:ea typeface="a시월구일2" panose="02020600000000000000" pitchFamily="18" charset="-127"/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A941B2-82A5-47C8-AB36-803FDF5EFA07}"/>
                </a:ext>
              </a:extLst>
            </p:cNvPr>
            <p:cNvSpPr txBox="1"/>
            <p:nvPr userDrawn="1"/>
          </p:nvSpPr>
          <p:spPr>
            <a:xfrm>
              <a:off x="188640" y="551220"/>
              <a:ext cx="864096" cy="369332"/>
            </a:xfrm>
            <a:prstGeom prst="rect">
              <a:avLst/>
            </a:prstGeom>
            <a:noFill/>
            <a:ln w="444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ko-KR"/>
              </a:defPPr>
              <a:lvl1pPr lvl="0">
                <a:defRPr>
                  <a:latin typeface="a시월구일2" panose="02020600000000000000" pitchFamily="18" charset="-127"/>
                  <a:ea typeface="a시월구일2" panose="02020600000000000000" pitchFamily="18" charset="-127"/>
                </a:defRPr>
              </a:lvl1pPr>
            </a:lstStyle>
            <a:p>
              <a:pPr lvl="0"/>
              <a:r>
                <a:rPr lang="ko-KR" altLang="en-US" dirty="0">
                  <a:solidFill>
                    <a:srgbClr val="BFFFFF"/>
                  </a:solidFill>
                </a:rPr>
                <a:t>목차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630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003">
          <p15:clr>
            <a:srgbClr val="F26B43"/>
          </p15:clr>
        </p15:guide>
        <p15:guide id="2" pos="663">
          <p15:clr>
            <a:srgbClr val="F26B43"/>
          </p15:clr>
        </p15:guide>
        <p15:guide id="3" pos="527">
          <p15:clr>
            <a:srgbClr val="F26B43"/>
          </p15:clr>
        </p15:guide>
        <p15:guide id="4" pos="3974">
          <p15:clr>
            <a:srgbClr val="F26B43"/>
          </p15:clr>
        </p15:guide>
        <p15:guide id="5" pos="2137">
          <p15:clr>
            <a:srgbClr val="F26B43"/>
          </p15:clr>
        </p15:guide>
        <p15:guide id="6" orient="horz" pos="943">
          <p15:clr>
            <a:srgbClr val="F26B43"/>
          </p15:clr>
        </p15:guide>
        <p15:guide id="7" orient="horz" pos="603">
          <p15:clr>
            <a:srgbClr val="F26B43"/>
          </p15:clr>
        </p15:guide>
        <p15:guide id="8" orient="horz" pos="761">
          <p15:clr>
            <a:srgbClr val="F26B43"/>
          </p15:clr>
        </p15:guide>
        <p15:guide id="9" orient="horz" pos="330">
          <p15:clr>
            <a:srgbClr val="F26B43"/>
          </p15:clr>
        </p15:guide>
        <p15:guide id="10" orient="horz" pos="6000">
          <p15:clr>
            <a:srgbClr val="F26B43"/>
          </p15:clr>
        </p15:guide>
        <p15:guide id="11" orient="horz" pos="3120">
          <p15:clr>
            <a:srgbClr val="F26B43"/>
          </p15:clr>
        </p15:guide>
        <p15:guide id="12" orient="horz" pos="591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그룹 41"/>
          <p:cNvGrpSpPr/>
          <p:nvPr/>
        </p:nvGrpSpPr>
        <p:grpSpPr>
          <a:xfrm>
            <a:off x="2367698" y="1245598"/>
            <a:ext cx="2141423" cy="575053"/>
            <a:chOff x="2339190" y="1229374"/>
            <a:chExt cx="2141423" cy="463865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934D7045-7C97-49A7-AF0B-B03388509597}"/>
                </a:ext>
              </a:extLst>
            </p:cNvPr>
            <p:cNvGrpSpPr/>
            <p:nvPr userDrawn="1"/>
          </p:nvGrpSpPr>
          <p:grpSpPr>
            <a:xfrm>
              <a:off x="3392996" y="1229374"/>
              <a:ext cx="1087617" cy="463865"/>
              <a:chOff x="-1099298" y="538566"/>
              <a:chExt cx="3686580" cy="1103696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F30F8E1A-1A97-490B-8791-40CF07B0D147}"/>
                  </a:ext>
                </a:extLst>
              </p:cNvPr>
              <p:cNvSpPr/>
              <p:nvPr/>
            </p:nvSpPr>
            <p:spPr>
              <a:xfrm>
                <a:off x="1111473" y="957327"/>
                <a:ext cx="1475809" cy="684935"/>
              </a:xfrm>
              <a:prstGeom prst="rect">
                <a:avLst/>
              </a:prstGeom>
              <a:gradFill>
                <a:gsLst>
                  <a:gs pos="100000">
                    <a:srgbClr val="233C8D">
                      <a:alpha val="0"/>
                    </a:srgbClr>
                  </a:gs>
                  <a:gs pos="0">
                    <a:srgbClr val="233C8D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dirty="0">
                  <a:latin typeface="a시월구일2" panose="02020600000000000000" pitchFamily="18" charset="-127"/>
                  <a:ea typeface="a시월구일2" panose="02020600000000000000" pitchFamily="18" charset="-127"/>
                </a:endParaRPr>
              </a:p>
            </p:txBody>
          </p: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00936F06-30E5-4137-952C-63419F36B3EA}"/>
                  </a:ext>
                </a:extLst>
              </p:cNvPr>
              <p:cNvGrpSpPr/>
              <p:nvPr userDrawn="1"/>
            </p:nvGrpSpPr>
            <p:grpSpPr>
              <a:xfrm>
                <a:off x="-1099298" y="538566"/>
                <a:ext cx="3187296" cy="1066728"/>
                <a:chOff x="-574652" y="420622"/>
                <a:chExt cx="3187296" cy="1066728"/>
              </a:xfrm>
            </p:grpSpPr>
            <p:sp>
              <p:nvSpPr>
                <p:cNvPr id="54" name="자유형: 도형 60">
                  <a:extLst>
                    <a:ext uri="{FF2B5EF4-FFF2-40B4-BE49-F238E27FC236}">
                      <a16:creationId xmlns:a16="http://schemas.microsoft.com/office/drawing/2014/main" id="{5E04E208-A90C-44A7-B59D-6B016E8EF7DF}"/>
                    </a:ext>
                  </a:extLst>
                </p:cNvPr>
                <p:cNvSpPr/>
                <p:nvPr userDrawn="1"/>
              </p:nvSpPr>
              <p:spPr>
                <a:xfrm>
                  <a:off x="1636116" y="1317014"/>
                  <a:ext cx="743575" cy="170336"/>
                </a:xfrm>
                <a:custGeom>
                  <a:avLst/>
                  <a:gdLst>
                    <a:gd name="connsiteX0" fmla="*/ 0 w 491869"/>
                    <a:gd name="connsiteY0" fmla="*/ 170337 h 170336"/>
                    <a:gd name="connsiteX1" fmla="*/ 491870 w 491869"/>
                    <a:gd name="connsiteY1" fmla="*/ 17508 h 170336"/>
                    <a:gd name="connsiteX2" fmla="*/ 0 w 491869"/>
                    <a:gd name="connsiteY2" fmla="*/ 0 h 170336"/>
                    <a:gd name="connsiteX3" fmla="*/ 0 w 491869"/>
                    <a:gd name="connsiteY3" fmla="*/ 170337 h 170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1869" h="170336">
                      <a:moveTo>
                        <a:pt x="0" y="170337"/>
                      </a:moveTo>
                      <a:lnTo>
                        <a:pt x="491870" y="17508"/>
                      </a:lnTo>
                      <a:lnTo>
                        <a:pt x="0" y="0"/>
                      </a:lnTo>
                      <a:lnTo>
                        <a:pt x="0" y="170337"/>
                      </a:lnTo>
                      <a:close/>
                    </a:path>
                  </a:pathLst>
                </a:custGeom>
                <a:solidFill>
                  <a:srgbClr val="2C4D90"/>
                </a:solidFill>
                <a:ln w="147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dirty="0">
                    <a:latin typeface="a시월구일2" panose="02020600000000000000" pitchFamily="18" charset="-127"/>
                    <a:ea typeface="a시월구일2" panose="02020600000000000000" pitchFamily="18" charset="-127"/>
                  </a:endParaRPr>
                </a:p>
              </p:txBody>
            </p:sp>
            <p:sp>
              <p:nvSpPr>
                <p:cNvPr id="55" name="사각형: 위쪽 모서리의 한쪽은 둥글고 다른 한쪽은 잘림 63">
                  <a:extLst>
                    <a:ext uri="{FF2B5EF4-FFF2-40B4-BE49-F238E27FC236}">
                      <a16:creationId xmlns:a16="http://schemas.microsoft.com/office/drawing/2014/main" id="{A680FEC9-72B3-400B-870D-AF67924CC995}"/>
                    </a:ext>
                  </a:extLst>
                </p:cNvPr>
                <p:cNvSpPr/>
                <p:nvPr/>
              </p:nvSpPr>
              <p:spPr>
                <a:xfrm flipV="1">
                  <a:off x="-574652" y="420622"/>
                  <a:ext cx="3187296" cy="920692"/>
                </a:xfrm>
                <a:prstGeom prst="snipRoundRect">
                  <a:avLst>
                    <a:gd name="adj1" fmla="val 0"/>
                    <a:gd name="adj2" fmla="val 16667"/>
                  </a:avLst>
                </a:prstGeom>
                <a:gradFill flip="none" rotWithShape="1">
                  <a:gsLst>
                    <a:gs pos="61000">
                      <a:srgbClr val="223A90"/>
                    </a:gs>
                    <a:gs pos="100000">
                      <a:srgbClr val="6B89CD"/>
                    </a:gs>
                    <a:gs pos="0">
                      <a:srgbClr val="203890"/>
                    </a:gs>
                  </a:gsLst>
                  <a:lin ang="2700000" scaled="1"/>
                  <a:tileRect/>
                </a:gradFill>
                <a:ln w="444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lvl="0"/>
                  <a:endParaRPr lang="ko-KR" altLang="en-US" dirty="0">
                    <a:latin typeface="a시월구일2" panose="02020600000000000000" pitchFamily="18" charset="-127"/>
                    <a:ea typeface="a시월구일2" panose="02020600000000000000" pitchFamily="18" charset="-127"/>
                  </a:endParaRPr>
                </a:p>
              </p:txBody>
            </p:sp>
          </p:grp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934D7045-7C97-49A7-AF0B-B03388509597}"/>
                </a:ext>
              </a:extLst>
            </p:cNvPr>
            <p:cNvGrpSpPr/>
            <p:nvPr userDrawn="1"/>
          </p:nvGrpSpPr>
          <p:grpSpPr>
            <a:xfrm flipH="1">
              <a:off x="2339190" y="1229374"/>
              <a:ext cx="1068799" cy="463865"/>
              <a:chOff x="-1099298" y="538568"/>
              <a:chExt cx="3622796" cy="1103698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F30F8E1A-1A97-490B-8791-40CF07B0D147}"/>
                  </a:ext>
                </a:extLst>
              </p:cNvPr>
              <p:cNvSpPr/>
              <p:nvPr/>
            </p:nvSpPr>
            <p:spPr>
              <a:xfrm>
                <a:off x="1122819" y="957331"/>
                <a:ext cx="1400679" cy="684935"/>
              </a:xfrm>
              <a:prstGeom prst="rect">
                <a:avLst/>
              </a:prstGeom>
              <a:gradFill>
                <a:gsLst>
                  <a:gs pos="100000">
                    <a:srgbClr val="233C8D">
                      <a:alpha val="0"/>
                    </a:srgbClr>
                  </a:gs>
                  <a:gs pos="0">
                    <a:srgbClr val="233C8D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시월구일2" panose="02020600000000000000" pitchFamily="18" charset="-127"/>
                  <a:ea typeface="a시월구일2" panose="02020600000000000000" pitchFamily="18" charset="-127"/>
                </a:endParaRPr>
              </a:p>
            </p:txBody>
          </p: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00936F06-30E5-4137-952C-63419F36B3EA}"/>
                  </a:ext>
                </a:extLst>
              </p:cNvPr>
              <p:cNvGrpSpPr/>
              <p:nvPr/>
            </p:nvGrpSpPr>
            <p:grpSpPr>
              <a:xfrm>
                <a:off x="-1099298" y="538568"/>
                <a:ext cx="3187296" cy="1054634"/>
                <a:chOff x="-574652" y="420624"/>
                <a:chExt cx="3187296" cy="1054634"/>
              </a:xfrm>
            </p:grpSpPr>
            <p:sp>
              <p:nvSpPr>
                <p:cNvPr id="50" name="자유형: 도형 60">
                  <a:extLst>
                    <a:ext uri="{FF2B5EF4-FFF2-40B4-BE49-F238E27FC236}">
                      <a16:creationId xmlns:a16="http://schemas.microsoft.com/office/drawing/2014/main" id="{5E04E208-A90C-44A7-B59D-6B016E8EF7DF}"/>
                    </a:ext>
                  </a:extLst>
                </p:cNvPr>
                <p:cNvSpPr/>
                <p:nvPr/>
              </p:nvSpPr>
              <p:spPr>
                <a:xfrm>
                  <a:off x="1647461" y="1304922"/>
                  <a:ext cx="743575" cy="170336"/>
                </a:xfrm>
                <a:custGeom>
                  <a:avLst/>
                  <a:gdLst>
                    <a:gd name="connsiteX0" fmla="*/ 0 w 491869"/>
                    <a:gd name="connsiteY0" fmla="*/ 170337 h 170336"/>
                    <a:gd name="connsiteX1" fmla="*/ 491870 w 491869"/>
                    <a:gd name="connsiteY1" fmla="*/ 17508 h 170336"/>
                    <a:gd name="connsiteX2" fmla="*/ 0 w 491869"/>
                    <a:gd name="connsiteY2" fmla="*/ 0 h 170336"/>
                    <a:gd name="connsiteX3" fmla="*/ 0 w 491869"/>
                    <a:gd name="connsiteY3" fmla="*/ 170337 h 170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1869" h="170336">
                      <a:moveTo>
                        <a:pt x="0" y="170337"/>
                      </a:moveTo>
                      <a:lnTo>
                        <a:pt x="491870" y="17508"/>
                      </a:lnTo>
                      <a:lnTo>
                        <a:pt x="0" y="0"/>
                      </a:lnTo>
                      <a:lnTo>
                        <a:pt x="0" y="170337"/>
                      </a:lnTo>
                      <a:close/>
                    </a:path>
                  </a:pathLst>
                </a:custGeom>
                <a:solidFill>
                  <a:srgbClr val="2C4D90"/>
                </a:solidFill>
                <a:ln w="147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dirty="0">
                    <a:latin typeface="a시월구일2" panose="02020600000000000000" pitchFamily="18" charset="-127"/>
                    <a:ea typeface="a시월구일2" panose="02020600000000000000" pitchFamily="18" charset="-127"/>
                  </a:endParaRPr>
                </a:p>
              </p:txBody>
            </p:sp>
            <p:sp>
              <p:nvSpPr>
                <p:cNvPr id="51" name="사각형: 위쪽 모서리의 한쪽은 둥글고 다른 한쪽은 잘림 63">
                  <a:extLst>
                    <a:ext uri="{FF2B5EF4-FFF2-40B4-BE49-F238E27FC236}">
                      <a16:creationId xmlns:a16="http://schemas.microsoft.com/office/drawing/2014/main" id="{A680FEC9-72B3-400B-870D-AF67924CC995}"/>
                    </a:ext>
                  </a:extLst>
                </p:cNvPr>
                <p:cNvSpPr/>
                <p:nvPr/>
              </p:nvSpPr>
              <p:spPr>
                <a:xfrm flipV="1">
                  <a:off x="-574652" y="420624"/>
                  <a:ext cx="3187296" cy="920692"/>
                </a:xfrm>
                <a:prstGeom prst="snipRoundRect">
                  <a:avLst>
                    <a:gd name="adj1" fmla="val 0"/>
                    <a:gd name="adj2" fmla="val 16667"/>
                  </a:avLst>
                </a:prstGeom>
                <a:gradFill flip="none" rotWithShape="1">
                  <a:gsLst>
                    <a:gs pos="61000">
                      <a:srgbClr val="324B9C"/>
                    </a:gs>
                    <a:gs pos="100000">
                      <a:srgbClr val="6B89CD"/>
                    </a:gs>
                    <a:gs pos="0">
                      <a:srgbClr val="142D7E"/>
                    </a:gs>
                  </a:gsLst>
                  <a:lin ang="2700000" scaled="1"/>
                  <a:tileRect/>
                </a:gradFill>
                <a:ln w="444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dirty="0">
                    <a:latin typeface="a시월구일2" panose="02020600000000000000" pitchFamily="18" charset="-127"/>
                    <a:ea typeface="a시월구일2" panose="02020600000000000000" pitchFamily="18" charset="-127"/>
                  </a:endParaRPr>
                </a:p>
              </p:txBody>
            </p:sp>
          </p:grpSp>
        </p:grpSp>
      </p:grpSp>
      <p:sp>
        <p:nvSpPr>
          <p:cNvPr id="24" name="TextBox 23"/>
          <p:cNvSpPr txBox="1"/>
          <p:nvPr/>
        </p:nvSpPr>
        <p:spPr>
          <a:xfrm>
            <a:off x="1349769" y="272480"/>
            <a:ext cx="4158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1" hangingPunct="1"/>
            <a:r>
              <a:rPr lang="en-US" altLang="ko-KR" sz="1200" kern="1200" spc="-20" baseline="0" dirty="0">
                <a:solidFill>
                  <a:schemeClr val="bg1">
                    <a:lumMod val="50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 Light" panose="02000403000000020004" pitchFamily="50" charset="-127"/>
              </a:rPr>
              <a:t>○○기관 차세대 정보시스템 구축 사업</a:t>
            </a:r>
            <a:endParaRPr lang="ko-KR" altLang="en-US" sz="1200" kern="1200" spc="-20" baseline="0" dirty="0">
              <a:solidFill>
                <a:schemeClr val="bg1">
                  <a:lumMod val="50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 Light" panose="0200040300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6C134B-CF09-4B86-8FB4-DF4D03A6D762}"/>
              </a:ext>
            </a:extLst>
          </p:cNvPr>
          <p:cNvSpPr/>
          <p:nvPr/>
        </p:nvSpPr>
        <p:spPr>
          <a:xfrm>
            <a:off x="0" y="-2"/>
            <a:ext cx="93667" cy="9906001"/>
          </a:xfrm>
          <a:prstGeom prst="rect">
            <a:avLst/>
          </a:prstGeom>
          <a:solidFill>
            <a:srgbClr val="437CD9"/>
          </a:solidFill>
          <a:ln w="29936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176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>
          <p15:clr>
            <a:srgbClr val="F26B43"/>
          </p15:clr>
        </p15:guide>
        <p15:guide id="2" pos="2160">
          <p15:clr>
            <a:srgbClr val="F26B43"/>
          </p15:clr>
        </p15:guide>
        <p15:guide id="3" orient="horz" pos="1827">
          <p15:clr>
            <a:srgbClr val="F26B43"/>
          </p15:clr>
        </p15:guide>
        <p15:guide id="4" orient="horz" pos="1623">
          <p15:clr>
            <a:srgbClr val="F26B43"/>
          </p15:clr>
        </p15:guide>
        <p15:guide id="5" orient="horz" pos="875">
          <p15:clr>
            <a:srgbClr val="F26B43"/>
          </p15:clr>
        </p15:guide>
        <p15:guide id="6" orient="horz" pos="988">
          <p15:clr>
            <a:srgbClr val="F26B43"/>
          </p15:clr>
        </p15:guide>
        <p15:guide id="7" pos="14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728490" y="3276047"/>
            <a:ext cx="5401022" cy="251460"/>
            <a:chOff x="728490" y="3496543"/>
            <a:chExt cx="5401022" cy="251460"/>
          </a:xfrm>
        </p:grpSpPr>
        <p:sp>
          <p:nvSpPr>
            <p:cNvPr id="26" name="직사각형 25"/>
            <p:cNvSpPr/>
            <p:nvPr/>
          </p:nvSpPr>
          <p:spPr>
            <a:xfrm>
              <a:off x="728490" y="3496543"/>
              <a:ext cx="5401022" cy="251460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algn="ctr" defTabSz="1393825" fontAlgn="base">
                <a:lnSpc>
                  <a:spcPts val="13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050" dirty="0">
                <a:solidFill>
                  <a:schemeClr val="tx1"/>
                </a:solidFill>
                <a:latin typeface="a시월구일3"/>
                <a:ea typeface="a시월구일3"/>
                <a:sym typeface="Samsung InterFace" charset="0"/>
              </a:endParaRPr>
            </a:p>
          </p:txBody>
        </p:sp>
        <p:sp>
          <p:nvSpPr>
            <p:cNvPr id="27" name="TextBox 19"/>
            <p:cNvSpPr txBox="1"/>
            <p:nvPr/>
          </p:nvSpPr>
          <p:spPr bwMode="auto">
            <a:xfrm>
              <a:off x="878788" y="3580439"/>
              <a:ext cx="5250550" cy="13465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000" kern="1200">
                  <a:solidFill>
                    <a:srgbClr val="000000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000" kern="1200">
                  <a:solidFill>
                    <a:srgbClr val="000000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000" kern="1200">
                  <a:solidFill>
                    <a:srgbClr val="000000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000" kern="1200">
                  <a:solidFill>
                    <a:srgbClr val="000000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000" kern="1200">
                  <a:solidFill>
                    <a:srgbClr val="000000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000" kern="1200">
                  <a:solidFill>
                    <a:srgbClr val="000000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000" kern="1200">
                  <a:solidFill>
                    <a:srgbClr val="000000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000" kern="1200">
                  <a:solidFill>
                    <a:srgbClr val="000000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000" kern="1200">
                  <a:solidFill>
                    <a:srgbClr val="000000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algn="l">
                <a:lnSpc>
                  <a:spcPts val="1000"/>
                </a:lnSpc>
                <a:defRPr/>
              </a:pPr>
              <a:r>
                <a:rPr lang="ko-KR" altLang="en-US" sz="1100" dirty="0">
                  <a:solidFill>
                    <a:srgbClr val="002060"/>
                  </a:solidFill>
                  <a:latin typeface="a시월구일3"/>
                  <a:ea typeface="a시월구일3"/>
                  <a:sym typeface="Samsung InterFace" charset="0"/>
                </a:rPr>
                <a:t>견본 글</a:t>
              </a:r>
            </a:p>
          </p:txBody>
        </p:sp>
      </p:grpSp>
      <p:sp>
        <p:nvSpPr>
          <p:cNvPr id="28" name="AutoShape 91"/>
          <p:cNvSpPr>
            <a:spLocks noChangeArrowheads="1"/>
          </p:cNvSpPr>
          <p:nvPr/>
        </p:nvSpPr>
        <p:spPr bwMode="auto">
          <a:xfrm>
            <a:off x="764493" y="3621329"/>
            <a:ext cx="5364595" cy="446400"/>
          </a:xfrm>
          <a:prstGeom prst="roundRect">
            <a:avLst>
              <a:gd name="adj" fmla="val 1681"/>
            </a:avLst>
          </a:prstGeom>
          <a:noFill/>
          <a:ln w="9525">
            <a:noFill/>
            <a:round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marL="0" indent="0" algn="l" defTabSz="1060450" latinLnBrk="0">
              <a:lnSpc>
                <a:spcPct val="100000"/>
              </a:lnSpc>
              <a:spcBef>
                <a:spcPts val="300"/>
              </a:spcBef>
              <a:buNone/>
            </a:pPr>
            <a:r>
              <a:rPr lang="ko-KR" altLang="en-US" sz="900" dirty="0">
                <a:solidFill>
                  <a:srgbClr val="4D4D4D"/>
                </a:solidFill>
                <a:latin typeface="a시월구일2"/>
                <a:ea typeface="a시월구일2"/>
                <a:sym typeface="Wingdings" pitchFamily="2" charset="2"/>
              </a:rPr>
              <a:t>견본 글</a:t>
            </a:r>
            <a:endParaRPr lang="en-US" altLang="ko-KR" sz="900" dirty="0">
              <a:solidFill>
                <a:srgbClr val="4D4D4D"/>
              </a:solidFill>
              <a:latin typeface="a시월구일2"/>
              <a:ea typeface="a시월구일2"/>
              <a:sym typeface="Wingdings" pitchFamily="2" charset="2"/>
            </a:endParaRPr>
          </a:p>
          <a:p>
            <a:pPr marL="0" indent="0" algn="l" defTabSz="1060450" latinLnBrk="0">
              <a:lnSpc>
                <a:spcPct val="100000"/>
              </a:lnSpc>
              <a:spcBef>
                <a:spcPts val="300"/>
              </a:spcBef>
              <a:buNone/>
            </a:pPr>
            <a:r>
              <a:rPr lang="ko-KR" altLang="en-US" sz="900" dirty="0">
                <a:solidFill>
                  <a:srgbClr val="4D4D4D"/>
                </a:solidFill>
                <a:latin typeface="a시월구일2"/>
                <a:ea typeface="a시월구일2"/>
                <a:sym typeface="Wingdings" pitchFamily="2" charset="2"/>
              </a:rPr>
              <a:t>견본 글</a:t>
            </a:r>
            <a:endParaRPr lang="en-US" altLang="ko-KR" sz="900" dirty="0">
              <a:solidFill>
                <a:srgbClr val="4D4D4D"/>
              </a:solidFill>
              <a:latin typeface="a시월구일2"/>
              <a:ea typeface="a시월구일2"/>
              <a:sym typeface="Wingdings" pitchFamily="2" charset="2"/>
            </a:endParaRPr>
          </a:p>
        </p:txBody>
      </p:sp>
      <p:sp>
        <p:nvSpPr>
          <p:cNvPr id="38" name="Rectangle 2"/>
          <p:cNvSpPr>
            <a:spLocks noChangeArrowheads="1"/>
          </p:cNvSpPr>
          <p:nvPr/>
        </p:nvSpPr>
        <p:spPr bwMode="auto">
          <a:xfrm>
            <a:off x="734016" y="946918"/>
            <a:ext cx="5325133" cy="353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latinLnBrk="0">
              <a:lnSpc>
                <a:spcPct val="140000"/>
              </a:lnSpc>
            </a:pPr>
            <a:r>
              <a:rPr lang="en-US" altLang="ko-KR" dirty="0">
                <a:solidFill>
                  <a:srgbClr val="0056A4"/>
                </a:solidFill>
                <a:latin typeface="G마켓 산스 TTF Bold"/>
                <a:ea typeface="G마켓 산스 TTF Bold"/>
              </a:rPr>
              <a:t>1.1 견본 글</a:t>
            </a:r>
            <a:endParaRPr lang="en-US" altLang="ko-KR" sz="2400" spc="-100" dirty="0">
              <a:solidFill>
                <a:srgbClr val="0056A4"/>
              </a:solidFill>
              <a:latin typeface="G마켓 산스 TTF Bold"/>
              <a:ea typeface="G마켓 산스 TTF Bold"/>
            </a:endParaRPr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732111" y="691970"/>
            <a:ext cx="5637851" cy="196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latinLnBrk="0">
              <a:lnSpc>
                <a:spcPct val="140000"/>
              </a:lnSpc>
            </a:pPr>
            <a:r>
              <a:rPr lang="en-US" altLang="ko-KR" sz="1000" spc="-50" dirty="0">
                <a:solidFill>
                  <a:srgbClr val="5F5F5F"/>
                </a:solidFill>
                <a:latin typeface="a시월구일2"/>
                <a:ea typeface="a시월구일2"/>
              </a:rPr>
              <a:t>1. 견본 글</a:t>
            </a:r>
          </a:p>
        </p:txBody>
      </p:sp>
      <p:sp>
        <p:nvSpPr>
          <p:cNvPr id="36" name="Rectangle 95"/>
          <p:cNvSpPr>
            <a:spLocks noChangeArrowheads="1"/>
          </p:cNvSpPr>
          <p:nvPr/>
        </p:nvSpPr>
        <p:spPr bwMode="gray">
          <a:xfrm>
            <a:off x="733818" y="1424067"/>
            <a:ext cx="5400848" cy="660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l" eaLnBrk="0" fontAlgn="ctr" latinLnBrk="0" hangingPunct="0">
              <a:lnSpc>
                <a:spcPct val="125000"/>
              </a:lnSpc>
            </a:pPr>
            <a:r>
              <a:rPr lang="ko-KR" altLang="en-US" sz="1100" spc="-50" dirty="0">
                <a:solidFill>
                  <a:srgbClr val="686868"/>
                </a:solidFill>
                <a:latin typeface="a시월구일3"/>
                <a:ea typeface="a시월구일3"/>
              </a:rPr>
              <a:t>16견본 글</a:t>
            </a:r>
            <a:br>
              <a:rPr lang="ko-KR" altLang="en-US" sz="1100" spc="-50" dirty="0">
                <a:solidFill>
                  <a:srgbClr val="686868"/>
                </a:solidFill>
                <a:latin typeface="a시월구일3"/>
                <a:ea typeface="a시월구일3"/>
              </a:rPr>
            </a:br>
            <a:r>
              <a:rPr lang="ko-KR" altLang="en-US" sz="1100" spc="-50" dirty="0">
                <a:solidFill>
                  <a:srgbClr val="686868"/>
                </a:solidFill>
                <a:latin typeface="a시월구일3"/>
                <a:ea typeface="a시월구일3"/>
              </a:rPr>
              <a:t>견본 글</a:t>
            </a:r>
            <a:endParaRPr lang="en-US" altLang="ko-KR" sz="1100" spc="-50" dirty="0">
              <a:solidFill>
                <a:srgbClr val="686868"/>
              </a:solidFill>
              <a:latin typeface="a시월구일3"/>
              <a:ea typeface="a시월구일3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C1EBDC5-766E-4879-BE73-356C0DEC5FC3}"/>
              </a:ext>
            </a:extLst>
          </p:cNvPr>
          <p:cNvGrpSpPr/>
          <p:nvPr/>
        </p:nvGrpSpPr>
        <p:grpSpPr>
          <a:xfrm>
            <a:off x="732635" y="2289867"/>
            <a:ext cx="5400848" cy="252000"/>
            <a:chOff x="732635" y="2287485"/>
            <a:chExt cx="5400848" cy="252000"/>
          </a:xfrm>
        </p:grpSpPr>
        <p:sp>
          <p:nvSpPr>
            <p:cNvPr id="30" name="평행 사변형 29">
              <a:extLst>
                <a:ext uri="{FF2B5EF4-FFF2-40B4-BE49-F238E27FC236}">
                  <a16:creationId xmlns:a16="http://schemas.microsoft.com/office/drawing/2014/main" id="{DC14564E-69B6-484E-9A51-F5571334778A}"/>
                </a:ext>
              </a:extLst>
            </p:cNvPr>
            <p:cNvSpPr/>
            <p:nvPr/>
          </p:nvSpPr>
          <p:spPr>
            <a:xfrm>
              <a:off x="732635" y="2287485"/>
              <a:ext cx="5400848" cy="252000"/>
            </a:xfrm>
            <a:prstGeom prst="parallelogram">
              <a:avLst/>
            </a:prstGeom>
            <a:solidFill>
              <a:srgbClr val="BFD2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시월구일2"/>
                <a:ea typeface="a시월구일2"/>
              </a:endParaRPr>
            </a:p>
          </p:txBody>
        </p:sp>
        <p:sp>
          <p:nvSpPr>
            <p:cNvPr id="31" name="평행 사변형 30">
              <a:extLst>
                <a:ext uri="{FF2B5EF4-FFF2-40B4-BE49-F238E27FC236}">
                  <a16:creationId xmlns:a16="http://schemas.microsoft.com/office/drawing/2014/main" id="{4C4F06B5-8605-4193-AAD1-9D977FD9589E}"/>
                </a:ext>
              </a:extLst>
            </p:cNvPr>
            <p:cNvSpPr/>
            <p:nvPr/>
          </p:nvSpPr>
          <p:spPr>
            <a:xfrm>
              <a:off x="859059" y="2287485"/>
              <a:ext cx="5148000" cy="252000"/>
            </a:xfrm>
            <a:prstGeom prst="parallelogram">
              <a:avLst/>
            </a:prstGeom>
            <a:solidFill>
              <a:srgbClr val="207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a시월구일2" panose="02020600000000000000" pitchFamily="18" charset="-127"/>
              </a:endParaRPr>
            </a:p>
          </p:txBody>
        </p:sp>
        <p:sp>
          <p:nvSpPr>
            <p:cNvPr id="32" name="평행 사변형 31">
              <a:extLst>
                <a:ext uri="{FF2B5EF4-FFF2-40B4-BE49-F238E27FC236}">
                  <a16:creationId xmlns:a16="http://schemas.microsoft.com/office/drawing/2014/main" id="{D3BF2880-F07E-43A2-99E2-CEC20E252B38}"/>
                </a:ext>
              </a:extLst>
            </p:cNvPr>
            <p:cNvSpPr/>
            <p:nvPr/>
          </p:nvSpPr>
          <p:spPr>
            <a:xfrm>
              <a:off x="985059" y="2287485"/>
              <a:ext cx="4896000" cy="252000"/>
            </a:xfrm>
            <a:prstGeom prst="parallelogram">
              <a:avLst/>
            </a:prstGeom>
            <a:solidFill>
              <a:srgbClr val="07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시월구일2"/>
                <a:ea typeface="a시월구일2"/>
              </a:endParaRPr>
            </a:p>
          </p:txBody>
        </p:sp>
      </p:grpSp>
      <p:sp>
        <p:nvSpPr>
          <p:cNvPr id="33" name="Text Box 166">
            <a:extLst>
              <a:ext uri="{FF2B5EF4-FFF2-40B4-BE49-F238E27FC236}">
                <a16:creationId xmlns:a16="http://schemas.microsoft.com/office/drawing/2014/main" id="{05F63BAF-4CFB-4721-ABB7-812317C81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059" y="2315840"/>
            <a:ext cx="4844241" cy="200055"/>
          </a:xfrm>
          <a:prstGeom prst="flowChartProcess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r>
              <a:rPr lang="ko-KR" altLang="en-US" sz="1300" dirty="0">
                <a:solidFill>
                  <a:schemeClr val="bg1"/>
                </a:solidFill>
                <a:latin typeface="a시월구일4"/>
                <a:ea typeface="a시월구일4"/>
              </a:rPr>
              <a:t>16견본 글</a:t>
            </a:r>
            <a:endParaRPr lang="ko-KR" altLang="ko-KR" sz="1300" dirty="0">
              <a:solidFill>
                <a:schemeClr val="bg1"/>
              </a:solidFill>
              <a:latin typeface="a시월구일4"/>
              <a:ea typeface="a시월구일4"/>
            </a:endParaRPr>
          </a:p>
        </p:txBody>
      </p:sp>
      <p:sp>
        <p:nvSpPr>
          <p:cNvPr id="41" name="Rectangle 95"/>
          <p:cNvSpPr>
            <a:spLocks noChangeArrowheads="1"/>
          </p:cNvSpPr>
          <p:nvPr/>
        </p:nvSpPr>
        <p:spPr bwMode="gray">
          <a:xfrm>
            <a:off x="915576" y="2716213"/>
            <a:ext cx="245892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just" eaLnBrk="0" fontAlgn="ctr" latinLnBrk="0" hangingPunct="0"/>
            <a:r>
              <a:rPr lang="ko-KR" altLang="en-US" sz="1200" spc="-50" dirty="0">
                <a:solidFill>
                  <a:srgbClr val="09106D"/>
                </a:solidFill>
                <a:latin typeface="a시월구일3"/>
                <a:ea typeface="a시월구일3"/>
              </a:rPr>
              <a:t>견본 글</a:t>
            </a:r>
            <a:endParaRPr lang="en-US" altLang="ko-KR" sz="1200" spc="-50" dirty="0">
              <a:solidFill>
                <a:srgbClr val="09106D"/>
              </a:solidFill>
              <a:latin typeface="a시월구일3"/>
              <a:ea typeface="a시월구일3"/>
            </a:endParaRPr>
          </a:p>
        </p:txBody>
      </p:sp>
      <p:sp>
        <p:nvSpPr>
          <p:cNvPr id="42" name="TextBox 19"/>
          <p:cNvSpPr txBox="1"/>
          <p:nvPr/>
        </p:nvSpPr>
        <p:spPr bwMode="auto">
          <a:xfrm>
            <a:off x="882235" y="3054715"/>
            <a:ext cx="5180726" cy="145424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rgbClr val="213553"/>
                </a:solidFill>
                <a:latin typeface="Yoon 윤고딕 540_TT" pitchFamily="18" charset="-127"/>
                <a:ea typeface="Yoon 윤고딕 540_TT" pitchFamily="18" charset="-127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</a:defRPr>
            </a:lvl5pPr>
            <a:lvl6pPr>
              <a:defRPr kumimoji="1" sz="10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</a:defRPr>
            </a:lvl6pPr>
            <a:lvl7pPr>
              <a:defRPr kumimoji="1" sz="10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</a:defRPr>
            </a:lvl7pPr>
            <a:lvl8pPr>
              <a:defRPr kumimoji="1" sz="10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</a:defRPr>
            </a:lvl8pPr>
            <a:lvl9pPr>
              <a:defRPr kumimoji="1" sz="1000">
                <a:solidFill>
                  <a:srgbClr val="000000"/>
                </a:solidFill>
                <a:latin typeface="산돌고딕B" pitchFamily="18" charset="-127"/>
                <a:ea typeface="산돌고딕B" pitchFamily="18" charset="-127"/>
              </a:defRPr>
            </a:lvl9pPr>
          </a:lstStyle>
          <a:p>
            <a:r>
              <a:rPr lang="ko-KR" altLang="en-US" sz="1050" spc="-50" dirty="0">
                <a:solidFill>
                  <a:srgbClr val="002060"/>
                </a:solidFill>
                <a:latin typeface="a시월구일3"/>
                <a:ea typeface="a시월구일3"/>
                <a:sym typeface="Samsung InterFace" charset="0"/>
              </a:rPr>
              <a:t>견본 글</a:t>
            </a:r>
            <a:endParaRPr lang="ko-KR" altLang="ko-KR" sz="1050" spc="-50" dirty="0">
              <a:latin typeface="a시월구일3"/>
              <a:ea typeface="a시월구일3"/>
              <a:sym typeface="Samsung InterFace" charset="0"/>
            </a:endParaRPr>
          </a:p>
        </p:txBody>
      </p:sp>
      <p:sp>
        <p:nvSpPr>
          <p:cNvPr id="43" name="육각형 42"/>
          <p:cNvSpPr/>
          <p:nvPr/>
        </p:nvSpPr>
        <p:spPr>
          <a:xfrm>
            <a:off x="738154" y="2757674"/>
            <a:ext cx="103988" cy="89645"/>
          </a:xfrm>
          <a:prstGeom prst="hexagon">
            <a:avLst/>
          </a:prstGeom>
          <a:solidFill>
            <a:schemeClr val="bg1"/>
          </a:solidFill>
          <a:ln w="25400">
            <a:solidFill>
              <a:srgbClr val="397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육각형 54"/>
          <p:cNvSpPr/>
          <p:nvPr/>
        </p:nvSpPr>
        <p:spPr>
          <a:xfrm>
            <a:off x="752300" y="3096338"/>
            <a:ext cx="56758" cy="48929"/>
          </a:xfrm>
          <a:prstGeom prst="hexagon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요구사항 꼬리표"/>
          <p:cNvSpPr txBox="1"/>
          <p:nvPr/>
        </p:nvSpPr>
        <p:spPr>
          <a:xfrm>
            <a:off x="4874751" y="522000"/>
            <a:ext cx="1659248" cy="180000"/>
          </a:xfrm>
          <a:prstGeom prst="roundRect">
            <a:avLst/>
          </a:prstGeom>
          <a:solidFill>
            <a:srgbClr val="F1F5FB"/>
          </a:solidFill>
        </p:spPr>
        <p:txBody>
          <a:bodyPr wrap="none" lIns="90000" tIns="0" rIns="90000" bIns="0" anchor="ctr">
            <a:spAutoFit/>
          </a:bodyPr>
          <a:lstStyle/>
          <a:p>
            <a:pPr algn="ctr"/>
            <a:r>
              <a:rPr lang="ko-KR" sz="800">
                <a:solidFill>
                  <a:srgbClr val="0B2A6F"/>
                </a:solidFill>
                <a:latin typeface="a시월구일3"/>
                <a:ea typeface="a시월구일3"/>
              </a:rPr>
              <a:t>요구사항</a:t>
            </a:r>
            <a:r>
              <a:rPr lang="ko-KR" sz="800">
                <a:solidFill>
                  <a:srgbClr val="595959"/>
                </a:solidFill>
                <a:latin typeface="a시월구일2"/>
                <a:ea typeface="a시월구일2"/>
              </a:rPr>
              <a:t>   SFR-001 ~ SFR-015</a:t>
            </a:r>
          </a:p>
        </p:txBody>
      </p:sp>
    </p:spTree>
    <p:extLst>
      <p:ext uri="{BB962C8B-B14F-4D97-AF65-F5344CB8AC3E}">
        <p14:creationId xmlns:p14="http://schemas.microsoft.com/office/powerpoint/2010/main" val="491028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600058" y="1880023"/>
            <a:ext cx="5282028" cy="2128736"/>
            <a:chOff x="531455" y="2124577"/>
            <a:chExt cx="5282028" cy="2128736"/>
          </a:xfrm>
        </p:grpSpPr>
        <p:sp>
          <p:nvSpPr>
            <p:cNvPr id="25" name="TextBox 24"/>
            <p:cNvSpPr txBox="1"/>
            <p:nvPr/>
          </p:nvSpPr>
          <p:spPr>
            <a:xfrm>
              <a:off x="531455" y="2500897"/>
              <a:ext cx="5282028" cy="1376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ko-KR" altLang="en-US" sz="3200" spc="-300" dirty="0">
                  <a:solidFill>
                    <a:srgbClr val="1D1D49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○○견본 글</a:t>
              </a:r>
              <a:endParaRPr lang="en-US" altLang="ko-KR" sz="3200" spc="-300" dirty="0">
                <a:solidFill>
                  <a:srgbClr val="1D1D49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  <a:p>
              <a:pPr>
                <a:lnSpc>
                  <a:spcPts val="4800"/>
                </a:lnSpc>
              </a:pPr>
              <a:r>
                <a:rPr lang="ko-KR" altLang="en-US" sz="4200" spc="-300" dirty="0">
                  <a:solidFill>
                    <a:srgbClr val="1D1D49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견본 글</a:t>
              </a:r>
              <a:endParaRPr lang="ko-KR" altLang="en-US" sz="4200" spc="-300" dirty="0">
                <a:solidFill>
                  <a:srgbClr val="1D1D49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40081" y="2124577"/>
              <a:ext cx="52568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0A41AE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</a:rPr>
                <a:t>2026</a:t>
              </a:r>
              <a:r>
                <a:rPr lang="ko-KR" altLang="en-US" sz="2000" dirty="0">
                  <a:solidFill>
                    <a:srgbClr val="0A41AE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</a:rPr>
                <a:t>견본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8707" y="3883981"/>
              <a:ext cx="1769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FF3370"/>
                  </a:solidFill>
                  <a:latin typeface="a시월구일2" panose="02020600000000000000" pitchFamily="18" charset="-127"/>
                  <a:ea typeface="a시월구일2" panose="02020600000000000000" pitchFamily="18" charset="-127"/>
                </a:rPr>
                <a:t>견본 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5907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Box 40"/>
          <p:cNvSpPr txBox="1">
            <a:spLocks noChangeArrowheads="1"/>
          </p:cNvSpPr>
          <p:nvPr/>
        </p:nvSpPr>
        <p:spPr bwMode="auto">
          <a:xfrm>
            <a:off x="5518800" y="1857600"/>
            <a:ext cx="654346" cy="5871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203200" indent="-203200" algn="l" defTabSz="1584325">
              <a:lnSpc>
                <a:spcPct val="150000"/>
              </a:lnSpc>
            </a:pPr>
            <a:endParaRPr/>
          </a:p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Ⅱ-1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Ⅱ-3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Ⅱ-5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Ⅱ-7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Ⅱ-9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Ⅱ-11</a:t>
            </a:r>
          </a:p>
          <a:p>
            <a:pPr marL="203200" indent="-203200" algn="l" defTabSz="1584325"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</a:endParaRPr>
          </a:p>
          <a:p>
            <a:pPr marL="203200" indent="-203200" algn="l" defTabSz="1584325"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</a:endParaRPr>
          </a:p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Ⅱ-12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Ⅱ-14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Ⅱ-16</a:t>
            </a:r>
          </a:p>
        </p:txBody>
      </p:sp>
      <p:sp>
        <p:nvSpPr>
          <p:cNvPr id="58" name="Text Box 40"/>
          <p:cNvSpPr txBox="1">
            <a:spLocks noChangeArrowheads="1"/>
          </p:cNvSpPr>
          <p:nvPr/>
        </p:nvSpPr>
        <p:spPr bwMode="auto">
          <a:xfrm>
            <a:off x="1555200" y="1857600"/>
            <a:ext cx="2776722" cy="5871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1.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견본 글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1.1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견본 글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1.2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견본 글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1.3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1견본 글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1.4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견본 글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1.5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견본 글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1.6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견본 글</a:t>
            </a:r>
          </a:p>
          <a:p>
            <a:pPr marL="203200" indent="-203200" algn="l" defTabSz="1584325">
              <a:lnSpc>
                <a:spcPct val="150000"/>
              </a:lnSpc>
            </a:pP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</a:endParaRPr>
          </a:p>
          <a:p>
            <a:pPr marL="203200" indent="-203200" algn="l" defTabSz="1584325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2.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견본 글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2.1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견본 글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2.2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300견본 글</a:t>
            </a:r>
          </a:p>
          <a:p>
            <a:pPr marL="203200" indent="-203200" algn="l" defTabSz="1584325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2.3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견본 글</a:t>
            </a:r>
          </a:p>
        </p:txBody>
      </p:sp>
      <p:sp>
        <p:nvSpPr>
          <p:cNvPr id="59" name="Line 58"/>
          <p:cNvSpPr>
            <a:spLocks noChangeShapeType="1"/>
          </p:cNvSpPr>
          <p:nvPr/>
        </p:nvSpPr>
        <p:spPr bwMode="auto">
          <a:xfrm>
            <a:off x="3666407" y="2380680"/>
            <a:ext cx="1823592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sp>
        <p:nvSpPr>
          <p:cNvPr id="2" name="Line 58"/>
          <p:cNvSpPr>
            <a:spLocks noChangeShapeType="1"/>
          </p:cNvSpPr>
          <p:nvPr/>
        </p:nvSpPr>
        <p:spPr bwMode="auto">
          <a:xfrm>
            <a:off x="3468274" y="2702160"/>
            <a:ext cx="2021725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sp>
        <p:nvSpPr>
          <p:cNvPr id="3" name="Line 58"/>
          <p:cNvSpPr>
            <a:spLocks noChangeShapeType="1"/>
          </p:cNvSpPr>
          <p:nvPr/>
        </p:nvSpPr>
        <p:spPr bwMode="auto">
          <a:xfrm>
            <a:off x="5335292" y="3023640"/>
            <a:ext cx="154707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sp>
        <p:nvSpPr>
          <p:cNvPr id="4" name="Line 58"/>
          <p:cNvSpPr>
            <a:spLocks noChangeShapeType="1"/>
          </p:cNvSpPr>
          <p:nvPr/>
        </p:nvSpPr>
        <p:spPr bwMode="auto">
          <a:xfrm>
            <a:off x="3759122" y="3345120"/>
            <a:ext cx="1730877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sp>
        <p:nvSpPr>
          <p:cNvPr id="5" name="Line 58"/>
          <p:cNvSpPr>
            <a:spLocks noChangeShapeType="1"/>
          </p:cNvSpPr>
          <p:nvPr/>
        </p:nvSpPr>
        <p:spPr bwMode="auto">
          <a:xfrm>
            <a:off x="3004695" y="3666599"/>
            <a:ext cx="2485304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sp>
        <p:nvSpPr>
          <p:cNvPr id="6" name="Line 58"/>
          <p:cNvSpPr>
            <a:spLocks noChangeShapeType="1"/>
          </p:cNvSpPr>
          <p:nvPr/>
        </p:nvSpPr>
        <p:spPr bwMode="auto">
          <a:xfrm>
            <a:off x="3874700" y="3988080"/>
            <a:ext cx="1615299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sp>
        <p:nvSpPr>
          <p:cNvPr id="7" name="Line 58"/>
          <p:cNvSpPr>
            <a:spLocks noChangeShapeType="1"/>
          </p:cNvSpPr>
          <p:nvPr/>
        </p:nvSpPr>
        <p:spPr bwMode="auto">
          <a:xfrm>
            <a:off x="3685458" y="4952520"/>
            <a:ext cx="180454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sp>
        <p:nvSpPr>
          <p:cNvPr id="8" name="Line 58"/>
          <p:cNvSpPr>
            <a:spLocks noChangeShapeType="1"/>
          </p:cNvSpPr>
          <p:nvPr/>
        </p:nvSpPr>
        <p:spPr bwMode="auto">
          <a:xfrm>
            <a:off x="4375111" y="5273999"/>
            <a:ext cx="1114888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sp>
        <p:nvSpPr>
          <p:cNvPr id="9" name="Line 58"/>
          <p:cNvSpPr>
            <a:spLocks noChangeShapeType="1"/>
          </p:cNvSpPr>
          <p:nvPr/>
        </p:nvSpPr>
        <p:spPr bwMode="auto">
          <a:xfrm>
            <a:off x="4410673" y="5595480"/>
            <a:ext cx="1079326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시월구일2"/>
                <a:ea typeface="a시월구일2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683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204864" y="3548844"/>
            <a:ext cx="2347117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5000"/>
              </a:lnSpc>
            </a:pPr>
            <a:r>
              <a:rPr lang="en-US" altLang="ko-KR" sz="16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a시월구일2" panose="02020600000000000000" pitchFamily="18" charset="-127"/>
                <a:ea typeface="a시월구일2" panose="02020600000000000000" pitchFamily="18" charset="-127"/>
              </a:rPr>
              <a:t>1. 견본 글</a:t>
            </a:r>
          </a:p>
          <a:p>
            <a:pPr>
              <a:lnSpc>
                <a:spcPct val="155000"/>
              </a:lnSpc>
            </a:pPr>
            <a:r>
              <a:rPr lang="en-US" altLang="ko-KR" sz="16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a시월구일2" panose="02020600000000000000" pitchFamily="18" charset="-127"/>
                <a:ea typeface="a시월구일2" panose="02020600000000000000" pitchFamily="18" charset="-127"/>
              </a:rPr>
              <a:t>2. 견본 글</a:t>
            </a:r>
          </a:p>
          <a:p>
            <a:pPr>
              <a:lnSpc>
                <a:spcPct val="155000"/>
              </a:lnSpc>
            </a:pPr>
            <a:r>
              <a:rPr lang="en-US" altLang="ko-KR" sz="16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a시월구일2" panose="02020600000000000000" pitchFamily="18" charset="-127"/>
                <a:ea typeface="a시월구일2" panose="02020600000000000000" pitchFamily="18" charset="-127"/>
              </a:rPr>
              <a:t>3. 견본 글</a:t>
            </a:r>
          </a:p>
          <a:p>
            <a:pPr>
              <a:lnSpc>
                <a:spcPct val="155000"/>
              </a:lnSpc>
            </a:pPr>
            <a:r>
              <a:rPr lang="en-US" altLang="ko-KR" sz="16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a시월구일2" panose="02020600000000000000" pitchFamily="18" charset="-127"/>
                <a:ea typeface="a시월구일2" panose="02020600000000000000" pitchFamily="18" charset="-127"/>
              </a:rPr>
              <a:t>4. 견본 글</a:t>
            </a:r>
          </a:p>
        </p:txBody>
      </p:sp>
    </p:spTree>
    <p:extLst>
      <p:ext uri="{BB962C8B-B14F-4D97-AF65-F5344CB8AC3E}">
        <p14:creationId xmlns:p14="http://schemas.microsoft.com/office/powerpoint/2010/main" val="201798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vertical-body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G마켓 산스 TTF Bold" panose="020F0302020204030204"/>
        <a:ea typeface="G마켓 산스 TTF Bol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시월구일2" panose="020F0502020204030204"/>
        <a:ea typeface="a시월구일2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ertical-cover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G마켓 산스 TTF Bold" panose="020F0302020204030204"/>
        <a:ea typeface="G마켓 산스 TTF Bold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시월구일2" panose="020F0502020204030204"/>
        <a:ea typeface="a시월구일2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vertical-to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마켓 산스 TTF Bold"/>
        <a:ea typeface="G마켓 산스 TTF Bold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시월구일2"/>
        <a:ea typeface="a시월구일2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vertical-divid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마켓 산스 TTF Bold"/>
        <a:ea typeface="G마켓 산스 TTF Bold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시월구일2"/>
        <a:ea typeface="a시월구일2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2983</TotalTime>
  <Words>172</Words>
  <Application>Microsoft Office PowerPoint</Application>
  <PresentationFormat>A4 용지(210x297mm)</PresentationFormat>
  <Paragraphs>42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4</vt:i4>
      </vt:variant>
    </vt:vector>
  </HeadingPairs>
  <TitlesOfParts>
    <vt:vector size="15" baseType="lpstr">
      <vt:lpstr>a시월구일1</vt:lpstr>
      <vt:lpstr>a시월구일2</vt:lpstr>
      <vt:lpstr>a시월구일3</vt:lpstr>
      <vt:lpstr>a시월구일4</vt:lpstr>
      <vt:lpstr>G마켓 산스 TTF Bold</vt:lpstr>
      <vt:lpstr>G마켓 산스 TTF Light</vt:lpstr>
      <vt:lpstr>Arial</vt:lpstr>
      <vt:lpstr>vertical-body</vt:lpstr>
      <vt:lpstr>vertical-cover</vt:lpstr>
      <vt:lpstr>vertical-toc</vt:lpstr>
      <vt:lpstr>vertical-divider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white</dc:creator>
  <cp:lastModifiedBy>덕성 우</cp:lastModifiedBy>
  <cp:revision>164</cp:revision>
  <dcterms:created xsi:type="dcterms:W3CDTF">2021-06-01T07:17:09Z</dcterms:created>
  <dcterms:modified xsi:type="dcterms:W3CDTF">2026-10-14T04:04:56Z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eyJub2RlMSI6eyJkc2QiOiIwMTAwMDAwMDAwMDAyMjQxIiwibG9nVGltZSI6IjIwMjQtMDQtMzBUMDQ6MDc6MzFaIiwicElEIjoxLCJ0cmFjZUlkIjoiREU2M0MwMjgzOUI2NDE3QjlCMjk0NkM0M0M1RjdBOUMiLCJ1c2VyQ29kZSI6InNvbGlkZW9qdWoifSwibm9kZTIiOnsiZHNkIjoiMDEwMDAwMDAwMDAwMjI0MSIsImxvZ1RpbWUiOiI</vt:lpwstr>
  </property>
</Properties>
</file>