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전화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21400</c:v>
                </c:pt>
                <c:pt idx="1">
                  <c:v>22100</c:v>
                </c:pt>
                <c:pt idx="2">
                  <c:v>16100</c:v>
                </c:pt>
                <c:pt idx="3">
                  <c:v>16500</c:v>
                </c:pt>
                <c:pt idx="4">
                  <c:v>15950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온라인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3100</c:v>
                </c:pt>
                <c:pt idx="1">
                  <c:v>4800</c:v>
                </c:pt>
                <c:pt idx="2">
                  <c:v>8300</c:v>
                </c:pt>
                <c:pt idx="3">
                  <c:v>13500</c:v>
                </c:pt>
                <c:pt idx="4">
                  <c:v>22000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채널별 상담 건수 추이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 지표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현재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목표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상담 응답률(%)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평균 대기(분)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시민 만족도(점)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